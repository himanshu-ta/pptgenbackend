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4"/>
  </p:notesMasterIdLst>
  <p:sldIdLst>
    <p:sldId id="256" r:id="rId2"/>
    <p:sldId id="280" r:id="rId3"/>
    <p:sldId id="270" r:id="rId4"/>
    <p:sldId id="271" r:id="rId5"/>
    <p:sldId id="272" r:id="rId6"/>
    <p:sldId id="273" r:id="rId7"/>
    <p:sldId id="274" r:id="rId8"/>
    <p:sldId id="275" r:id="rId9"/>
    <p:sldId id="276" r:id="rId10"/>
    <p:sldId id="277" r:id="rId11"/>
    <p:sldId id="278" r:id="rId12"/>
    <p:sldId id="279" r:id="rId13"/>
  </p:sldIdLst>
  <p:sldSz cx="9144000" cy="5143500" type="screen16x9"/>
  <p:notesSz cx="6858000" cy="9144000"/>
  <p:embeddedFontLst>
    <p:embeddedFont>
      <p:font typeface="Poppins" panose="00000500000000000000" pitchFamily="2" charset="0"/>
      <p:regular r:id="rId15"/>
      <p:bold r:id="rId16"/>
      <p:italic r:id="rId17"/>
      <p:boldItalic r:id="rId18"/>
    </p:embeddedFont>
    <p:embeddedFont>
      <p:font typeface="Poppins Medium" panose="00000600000000000000" pitchFamily="2" charset="0"/>
      <p:regular r:id="rId19"/>
      <p:bold r:id="rId20"/>
      <p:italic r:id="rId21"/>
      <p:boldItalic r:id="rId22"/>
    </p:embeddedFont>
    <p:embeddedFont>
      <p:font typeface="Trebuchet MS" panose="020B0603020202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0E12E8-63FE-47C1-B9E1-A6B6A92DB1A2}">
  <a:tblStyle styleId="{E00E12E8-63FE-47C1-B9E1-A6B6A92DB1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1fd9273a2ac_0_67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g1fd9273a2ac_0_6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1fd9273a2ac_0_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1fd9273a2ac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1fd9273a2ac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 name="Google Shape;834;g1fd9273a2ac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1fd9273a2ac_0_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9" name="Google Shape;879;g1fd9273a2ac_0_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1fd9273a2ac_0_9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1fd9273a2ac_0_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1fd9273a2ac_0_9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1fd9273a2ac_0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1fd9273a2ac_0_1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1fd9273a2ac_0_1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1fd9273a2ac_0_1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1fd9273a2ac_0_1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1fd9273a2ac_0_10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1fd9273a2ac_0_10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1fd9273a2ac_0_107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1" name="Google Shape;1091;g1fd9273a2ac_0_10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1fd9273a2ac_0_107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5" name="Google Shape;1095;g1fd9273a2ac_0_10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Cover">
  <p:cSld name="Title 1">
    <p:spTree>
      <p:nvGrpSpPr>
        <p:cNvPr id="1" name="Shape 8"/>
        <p:cNvGrpSpPr/>
        <p:nvPr/>
      </p:nvGrpSpPr>
      <p:grpSpPr>
        <a:xfrm>
          <a:off x="0" y="0"/>
          <a:ext cx="0" cy="0"/>
          <a:chOff x="0" y="0"/>
          <a:chExt cx="0" cy="0"/>
        </a:xfrm>
      </p:grpSpPr>
      <p:sp>
        <p:nvSpPr>
          <p:cNvPr id="9" name="Google Shape;9;p2"/>
          <p:cNvSpPr txBox="1"/>
          <p:nvPr/>
        </p:nvSpPr>
        <p:spPr>
          <a:xfrm>
            <a:off x="413150" y="4874750"/>
            <a:ext cx="1511100" cy="9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Calibri"/>
                <a:ea typeface="Calibri"/>
                <a:cs typeface="Calibri"/>
                <a:sym typeface="Calibri"/>
              </a:rPr>
              <a:t>Tiger Analytics Inc. © 2023. All Rights Reserved.</a:t>
            </a:r>
            <a:endParaRPr sz="600">
              <a:solidFill>
                <a:schemeClr val="lt1"/>
              </a:solidFill>
              <a:latin typeface="Calibri"/>
              <a:ea typeface="Calibri"/>
              <a:cs typeface="Calibri"/>
              <a:sym typeface="Calibri"/>
            </a:endParaRPr>
          </a:p>
        </p:txBody>
      </p:sp>
      <p:sp>
        <p:nvSpPr>
          <p:cNvPr id="10" name="Google Shape;10;p2"/>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1" name="Google Shape;11;p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12" name="Google Shape;12;p2"/>
          <p:cNvSpPr txBox="1">
            <a:spLocks noGrp="1"/>
          </p:cNvSpPr>
          <p:nvPr>
            <p:ph type="title"/>
          </p:nvPr>
        </p:nvSpPr>
        <p:spPr>
          <a:xfrm>
            <a:off x="415650" y="1557350"/>
            <a:ext cx="4158600" cy="1014600"/>
          </a:xfrm>
          <a:prstGeom prst="rect">
            <a:avLst/>
          </a:prstGeom>
        </p:spPr>
        <p:txBody>
          <a:bodyPr spcFirstLastPara="1" wrap="square" lIns="0" tIns="0" rIns="0" bIns="0" anchor="b" anchorCtr="0">
            <a:noAutofit/>
          </a:bodyPr>
          <a:lstStyle>
            <a:lvl1pPr lvl="0"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1pPr>
            <a:lvl2pPr lvl="1"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2pPr>
            <a:lvl3pPr lvl="2"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3pPr>
            <a:lvl4pPr lvl="3"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4pPr>
            <a:lvl5pPr lvl="4"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5pPr>
            <a:lvl6pPr lvl="5"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6pPr>
            <a:lvl7pPr lvl="6"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7pPr>
            <a:lvl8pPr lvl="7"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8pPr>
            <a:lvl9pPr lvl="8"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9pPr>
          </a:lstStyle>
          <a:p>
            <a:endParaRPr/>
          </a:p>
        </p:txBody>
      </p:sp>
      <p:sp>
        <p:nvSpPr>
          <p:cNvPr id="13" name="Google Shape;13;p2"/>
          <p:cNvSpPr txBox="1">
            <a:spLocks noGrp="1"/>
          </p:cNvSpPr>
          <p:nvPr>
            <p:ph type="subTitle" idx="1"/>
          </p:nvPr>
        </p:nvSpPr>
        <p:spPr>
          <a:xfrm>
            <a:off x="415650" y="2695325"/>
            <a:ext cx="4158600" cy="289500"/>
          </a:xfrm>
          <a:prstGeom prst="rect">
            <a:avLst/>
          </a:prstGeom>
        </p:spPr>
        <p:txBody>
          <a:bodyPr spcFirstLastPara="1" wrap="square" lIns="0" tIns="0" rIns="0" bIns="0" anchor="t" anchorCtr="0">
            <a:noAutofit/>
          </a:bodyPr>
          <a:lstStyle>
            <a:lvl1pPr lvl="0" rtl="0">
              <a:spcBef>
                <a:spcPts val="0"/>
              </a:spcBef>
              <a:spcAft>
                <a:spcPts val="0"/>
              </a:spcAft>
              <a:buSzPts val="1400"/>
              <a:buFont typeface="Poppins"/>
              <a:buNone/>
              <a:defRPr>
                <a:latin typeface="Poppins"/>
                <a:ea typeface="Poppins"/>
                <a:cs typeface="Poppins"/>
                <a:sym typeface="Poppins"/>
              </a:defRPr>
            </a:lvl1pPr>
            <a:lvl2pPr lvl="1" rtl="0">
              <a:spcBef>
                <a:spcPts val="200"/>
              </a:spcBef>
              <a:spcAft>
                <a:spcPts val="0"/>
              </a:spcAft>
              <a:buSzPts val="1400"/>
              <a:buFont typeface="Poppins"/>
              <a:buNone/>
              <a:defRPr>
                <a:latin typeface="Poppins"/>
                <a:ea typeface="Poppins"/>
                <a:cs typeface="Poppins"/>
                <a:sym typeface="Poppins"/>
              </a:defRPr>
            </a:lvl2pPr>
            <a:lvl3pPr lvl="2" rtl="0">
              <a:spcBef>
                <a:spcPts val="200"/>
              </a:spcBef>
              <a:spcAft>
                <a:spcPts val="0"/>
              </a:spcAft>
              <a:buSzPts val="1400"/>
              <a:buFont typeface="Poppins"/>
              <a:buNone/>
              <a:defRPr>
                <a:latin typeface="Poppins"/>
                <a:ea typeface="Poppins"/>
                <a:cs typeface="Poppins"/>
                <a:sym typeface="Poppins"/>
              </a:defRPr>
            </a:lvl3pPr>
            <a:lvl4pPr lvl="3" rtl="0">
              <a:spcBef>
                <a:spcPts val="200"/>
              </a:spcBef>
              <a:spcAft>
                <a:spcPts val="0"/>
              </a:spcAft>
              <a:buSzPts val="1400"/>
              <a:buFont typeface="Poppins"/>
              <a:buNone/>
              <a:defRPr>
                <a:latin typeface="Poppins"/>
                <a:ea typeface="Poppins"/>
                <a:cs typeface="Poppins"/>
                <a:sym typeface="Poppins"/>
              </a:defRPr>
            </a:lvl4pPr>
            <a:lvl5pPr lvl="4" rtl="0">
              <a:spcBef>
                <a:spcPts val="200"/>
              </a:spcBef>
              <a:spcAft>
                <a:spcPts val="0"/>
              </a:spcAft>
              <a:buSzPts val="1400"/>
              <a:buFont typeface="Poppins"/>
              <a:buNone/>
              <a:defRPr>
                <a:latin typeface="Poppins"/>
                <a:ea typeface="Poppins"/>
                <a:cs typeface="Poppins"/>
                <a:sym typeface="Poppins"/>
              </a:defRPr>
            </a:lvl5pPr>
            <a:lvl6pPr lvl="5" rtl="0">
              <a:spcBef>
                <a:spcPts val="200"/>
              </a:spcBef>
              <a:spcAft>
                <a:spcPts val="0"/>
              </a:spcAft>
              <a:buSzPts val="1400"/>
              <a:buFont typeface="Poppins"/>
              <a:buNone/>
              <a:defRPr>
                <a:latin typeface="Poppins"/>
                <a:ea typeface="Poppins"/>
                <a:cs typeface="Poppins"/>
                <a:sym typeface="Poppins"/>
              </a:defRPr>
            </a:lvl6pPr>
            <a:lvl7pPr lvl="6" rtl="0">
              <a:spcBef>
                <a:spcPts val="200"/>
              </a:spcBef>
              <a:spcAft>
                <a:spcPts val="0"/>
              </a:spcAft>
              <a:buSzPts val="1400"/>
              <a:buFont typeface="Poppins"/>
              <a:buNone/>
              <a:defRPr>
                <a:latin typeface="Poppins"/>
                <a:ea typeface="Poppins"/>
                <a:cs typeface="Poppins"/>
                <a:sym typeface="Poppins"/>
              </a:defRPr>
            </a:lvl7pPr>
            <a:lvl8pPr lvl="7" rtl="0">
              <a:spcBef>
                <a:spcPts val="200"/>
              </a:spcBef>
              <a:spcAft>
                <a:spcPts val="0"/>
              </a:spcAft>
              <a:buSzPts val="1400"/>
              <a:buFont typeface="Poppins"/>
              <a:buNone/>
              <a:defRPr>
                <a:latin typeface="Poppins"/>
                <a:ea typeface="Poppins"/>
                <a:cs typeface="Poppins"/>
                <a:sym typeface="Poppins"/>
              </a:defRPr>
            </a:lvl8pPr>
            <a:lvl9pPr lvl="8" rtl="0">
              <a:spcBef>
                <a:spcPts val="200"/>
              </a:spcBef>
              <a:spcAft>
                <a:spcPts val="200"/>
              </a:spcAft>
              <a:buSzPts val="1400"/>
              <a:buFont typeface="Poppins"/>
              <a:buNone/>
              <a:defRPr>
                <a:latin typeface="Poppins"/>
                <a:ea typeface="Poppins"/>
                <a:cs typeface="Poppins"/>
                <a:sym typeface="Poppins"/>
              </a:defRPr>
            </a:lvl9pPr>
          </a:lstStyle>
          <a:p>
            <a:endParaRPr/>
          </a:p>
        </p:txBody>
      </p:sp>
      <p:sp>
        <p:nvSpPr>
          <p:cNvPr id="14" name="Google Shape;14;p2"/>
          <p:cNvSpPr txBox="1">
            <a:spLocks noGrp="1"/>
          </p:cNvSpPr>
          <p:nvPr>
            <p:ph type="subTitle" idx="2"/>
          </p:nvPr>
        </p:nvSpPr>
        <p:spPr>
          <a:xfrm>
            <a:off x="415650" y="3108200"/>
            <a:ext cx="1746600" cy="223500"/>
          </a:xfrm>
          <a:prstGeom prst="rect">
            <a:avLst/>
          </a:prstGeom>
          <a:solidFill>
            <a:schemeClr val="dk2"/>
          </a:solidFill>
        </p:spPr>
        <p:txBody>
          <a:bodyPr spcFirstLastPara="1" wrap="square" lIns="91425" tIns="45700" rIns="91425" bIns="45700" anchor="ctr" anchorCtr="0">
            <a:spAutoFit/>
          </a:bodyPr>
          <a:lstStyle>
            <a:lvl1pPr lvl="0" rtl="0">
              <a:spcBef>
                <a:spcPts val="0"/>
              </a:spcBef>
              <a:spcAft>
                <a:spcPts val="0"/>
              </a:spcAft>
              <a:buSzPts val="1000"/>
              <a:buFont typeface="Poppins"/>
              <a:buNone/>
              <a:defRPr sz="1000">
                <a:latin typeface="Poppins"/>
                <a:ea typeface="Poppins"/>
                <a:cs typeface="Poppins"/>
                <a:sym typeface="Poppins"/>
              </a:defRPr>
            </a:lvl1pPr>
            <a:lvl2pPr lvl="1" rtl="0">
              <a:spcBef>
                <a:spcPts val="200"/>
              </a:spcBef>
              <a:spcAft>
                <a:spcPts val="0"/>
              </a:spcAft>
              <a:buSzPts val="1200"/>
              <a:buFont typeface="Poppins"/>
              <a:buNone/>
              <a:defRPr sz="1200">
                <a:latin typeface="Poppins"/>
                <a:ea typeface="Poppins"/>
                <a:cs typeface="Poppins"/>
                <a:sym typeface="Poppins"/>
              </a:defRPr>
            </a:lvl2pPr>
            <a:lvl3pPr lvl="2" rtl="0">
              <a:spcBef>
                <a:spcPts val="200"/>
              </a:spcBef>
              <a:spcAft>
                <a:spcPts val="0"/>
              </a:spcAft>
              <a:buSzPts val="1200"/>
              <a:buFont typeface="Poppins"/>
              <a:buNone/>
              <a:defRPr sz="1200">
                <a:latin typeface="Poppins"/>
                <a:ea typeface="Poppins"/>
                <a:cs typeface="Poppins"/>
                <a:sym typeface="Poppins"/>
              </a:defRPr>
            </a:lvl3pPr>
            <a:lvl4pPr lvl="3" rtl="0">
              <a:spcBef>
                <a:spcPts val="200"/>
              </a:spcBef>
              <a:spcAft>
                <a:spcPts val="0"/>
              </a:spcAft>
              <a:buSzPts val="1200"/>
              <a:buFont typeface="Poppins"/>
              <a:buNone/>
              <a:defRPr sz="1200">
                <a:latin typeface="Poppins"/>
                <a:ea typeface="Poppins"/>
                <a:cs typeface="Poppins"/>
                <a:sym typeface="Poppins"/>
              </a:defRPr>
            </a:lvl4pPr>
            <a:lvl5pPr lvl="4" rtl="0">
              <a:spcBef>
                <a:spcPts val="200"/>
              </a:spcBef>
              <a:spcAft>
                <a:spcPts val="0"/>
              </a:spcAft>
              <a:buSzPts val="1200"/>
              <a:buFont typeface="Poppins"/>
              <a:buNone/>
              <a:defRPr sz="1200">
                <a:latin typeface="Poppins"/>
                <a:ea typeface="Poppins"/>
                <a:cs typeface="Poppins"/>
                <a:sym typeface="Poppins"/>
              </a:defRPr>
            </a:lvl5pPr>
            <a:lvl6pPr lvl="5" rtl="0">
              <a:spcBef>
                <a:spcPts val="200"/>
              </a:spcBef>
              <a:spcAft>
                <a:spcPts val="0"/>
              </a:spcAft>
              <a:buSzPts val="1200"/>
              <a:buFont typeface="Poppins"/>
              <a:buNone/>
              <a:defRPr sz="1200">
                <a:latin typeface="Poppins"/>
                <a:ea typeface="Poppins"/>
                <a:cs typeface="Poppins"/>
                <a:sym typeface="Poppins"/>
              </a:defRPr>
            </a:lvl6pPr>
            <a:lvl7pPr lvl="6" rtl="0">
              <a:spcBef>
                <a:spcPts val="200"/>
              </a:spcBef>
              <a:spcAft>
                <a:spcPts val="0"/>
              </a:spcAft>
              <a:buSzPts val="1200"/>
              <a:buFont typeface="Poppins"/>
              <a:buNone/>
              <a:defRPr sz="1200">
                <a:latin typeface="Poppins"/>
                <a:ea typeface="Poppins"/>
                <a:cs typeface="Poppins"/>
                <a:sym typeface="Poppins"/>
              </a:defRPr>
            </a:lvl7pPr>
            <a:lvl8pPr lvl="7" rtl="0">
              <a:spcBef>
                <a:spcPts val="200"/>
              </a:spcBef>
              <a:spcAft>
                <a:spcPts val="0"/>
              </a:spcAft>
              <a:buSzPts val="1200"/>
              <a:buFont typeface="Poppins"/>
              <a:buNone/>
              <a:defRPr sz="1200">
                <a:latin typeface="Poppins"/>
                <a:ea typeface="Poppins"/>
                <a:cs typeface="Poppins"/>
                <a:sym typeface="Poppins"/>
              </a:defRPr>
            </a:lvl8pPr>
            <a:lvl9pPr lvl="8" rtl="0">
              <a:spcBef>
                <a:spcPts val="200"/>
              </a:spcBef>
              <a:spcAft>
                <a:spcPts val="200"/>
              </a:spcAft>
              <a:buSzPts val="1200"/>
              <a:buFont typeface="Poppins"/>
              <a:buNone/>
              <a:defRPr sz="1200">
                <a:latin typeface="Poppins"/>
                <a:ea typeface="Poppins"/>
                <a:cs typeface="Poppins"/>
                <a:sym typeface="Poppins"/>
              </a:defRPr>
            </a:lvl9pPr>
          </a:lstStyle>
          <a:p>
            <a:endParaRPr/>
          </a:p>
        </p:txBody>
      </p:sp>
      <p:sp>
        <p:nvSpPr>
          <p:cNvPr id="15" name="Google Shape;15;p2"/>
          <p:cNvSpPr/>
          <p:nvPr/>
        </p:nvSpPr>
        <p:spPr>
          <a:xfrm>
            <a:off x="6255299"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16" name="Google Shape;16;p2"/>
          <p:cNvSpPr txBox="1">
            <a:spLocks noGrp="1"/>
          </p:cNvSpPr>
          <p:nvPr>
            <p:ph type="subTitle" idx="3"/>
          </p:nvPr>
        </p:nvSpPr>
        <p:spPr>
          <a:xfrm>
            <a:off x="2308944" y="4874750"/>
            <a:ext cx="1032600" cy="92400"/>
          </a:xfrm>
          <a:prstGeom prst="rect">
            <a:avLst/>
          </a:prstGeom>
        </p:spPr>
        <p:txBody>
          <a:bodyPr spcFirstLastPara="1" wrap="square" lIns="0" tIns="0" rIns="0" bIns="0" anchor="t" anchorCtr="0">
            <a:noAutofit/>
          </a:bodyPr>
          <a:lstStyle>
            <a:lvl1pPr lvl="0" algn="ctr" rtl="0">
              <a:spcBef>
                <a:spcPts val="0"/>
              </a:spcBef>
              <a:spcAft>
                <a:spcPts val="0"/>
              </a:spcAft>
              <a:buSzPts val="600"/>
              <a:buNone/>
              <a:defRPr sz="600"/>
            </a:lvl1pPr>
            <a:lvl2pPr lvl="1" algn="ctr" rtl="0">
              <a:spcBef>
                <a:spcPts val="200"/>
              </a:spcBef>
              <a:spcAft>
                <a:spcPts val="0"/>
              </a:spcAft>
              <a:buSzPts val="1400"/>
              <a:buNone/>
              <a:defRPr/>
            </a:lvl2pPr>
            <a:lvl3pPr lvl="2" algn="ctr" rtl="0">
              <a:spcBef>
                <a:spcPts val="200"/>
              </a:spcBef>
              <a:spcAft>
                <a:spcPts val="0"/>
              </a:spcAft>
              <a:buSzPts val="1400"/>
              <a:buNone/>
              <a:defRPr/>
            </a:lvl3pPr>
            <a:lvl4pPr lvl="3" algn="ctr" rtl="0">
              <a:spcBef>
                <a:spcPts val="200"/>
              </a:spcBef>
              <a:spcAft>
                <a:spcPts val="0"/>
              </a:spcAft>
              <a:buSzPts val="1400"/>
              <a:buNone/>
              <a:defRPr/>
            </a:lvl4pPr>
            <a:lvl5pPr lvl="4" algn="ctr" rtl="0">
              <a:spcBef>
                <a:spcPts val="200"/>
              </a:spcBef>
              <a:spcAft>
                <a:spcPts val="0"/>
              </a:spcAft>
              <a:buSzPts val="1400"/>
              <a:buNone/>
              <a:defRPr/>
            </a:lvl5pPr>
            <a:lvl6pPr lvl="5" algn="ctr" rtl="0">
              <a:spcBef>
                <a:spcPts val="200"/>
              </a:spcBef>
              <a:spcAft>
                <a:spcPts val="0"/>
              </a:spcAft>
              <a:buSzPts val="1400"/>
              <a:buNone/>
              <a:defRPr/>
            </a:lvl6pPr>
            <a:lvl7pPr lvl="6" algn="ctr" rtl="0">
              <a:spcBef>
                <a:spcPts val="200"/>
              </a:spcBef>
              <a:spcAft>
                <a:spcPts val="0"/>
              </a:spcAft>
              <a:buSzPts val="1400"/>
              <a:buNone/>
              <a:defRPr/>
            </a:lvl7pPr>
            <a:lvl8pPr lvl="7" algn="ctr" rtl="0">
              <a:spcBef>
                <a:spcPts val="200"/>
              </a:spcBef>
              <a:spcAft>
                <a:spcPts val="0"/>
              </a:spcAft>
              <a:buSzPts val="1400"/>
              <a:buNone/>
              <a:defRPr/>
            </a:lvl8pPr>
            <a:lvl9pPr lvl="8" algn="ctr" rtl="0">
              <a:spcBef>
                <a:spcPts val="200"/>
              </a:spcBef>
              <a:spcAft>
                <a:spcPts val="200"/>
              </a:spcAft>
              <a:buSzPts val="1400"/>
              <a:buNone/>
              <a:defRPr/>
            </a:lvl9pPr>
          </a:lstStyle>
          <a:p>
            <a:endParaRPr/>
          </a:p>
        </p:txBody>
      </p:sp>
      <p:sp>
        <p:nvSpPr>
          <p:cNvPr id="17" name="Google Shape;17;p2"/>
          <p:cNvSpPr txBox="1">
            <a:spLocks noGrp="1"/>
          </p:cNvSpPr>
          <p:nvPr>
            <p:ph type="subTitle" idx="4"/>
          </p:nvPr>
        </p:nvSpPr>
        <p:spPr>
          <a:xfrm>
            <a:off x="3927616" y="4874750"/>
            <a:ext cx="642000" cy="92400"/>
          </a:xfrm>
          <a:prstGeom prst="rect">
            <a:avLst/>
          </a:prstGeom>
        </p:spPr>
        <p:txBody>
          <a:bodyPr spcFirstLastPara="1" wrap="square" lIns="0" tIns="0" rIns="0" bIns="0" anchor="t" anchorCtr="0">
            <a:noAutofit/>
          </a:bodyPr>
          <a:lstStyle>
            <a:lvl1pPr lvl="0" rtl="0">
              <a:spcBef>
                <a:spcPts val="0"/>
              </a:spcBef>
              <a:spcAft>
                <a:spcPts val="0"/>
              </a:spcAft>
              <a:buSzPts val="600"/>
              <a:buNone/>
              <a:defRPr sz="600"/>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18" name="Google Shape;18;p2"/>
          <p:cNvSpPr txBox="1">
            <a:spLocks noGrp="1"/>
          </p:cNvSpPr>
          <p:nvPr>
            <p:ph type="subTitle" idx="5"/>
          </p:nvPr>
        </p:nvSpPr>
        <p:spPr>
          <a:xfrm>
            <a:off x="5237692" y="4874750"/>
            <a:ext cx="558900" cy="92400"/>
          </a:xfrm>
          <a:prstGeom prst="rect">
            <a:avLst/>
          </a:prstGeom>
        </p:spPr>
        <p:txBody>
          <a:bodyPr spcFirstLastPara="1" wrap="square" lIns="0" tIns="0" rIns="0" bIns="0" anchor="t" anchorCtr="0">
            <a:noAutofit/>
          </a:bodyPr>
          <a:lstStyle>
            <a:lvl1pPr lvl="0" rtl="0">
              <a:spcBef>
                <a:spcPts val="0"/>
              </a:spcBef>
              <a:spcAft>
                <a:spcPts val="0"/>
              </a:spcAft>
              <a:buSzPts val="600"/>
              <a:buNone/>
              <a:defRPr sz="600"/>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19" name="Google Shape;19;p2"/>
          <p:cNvSpPr txBox="1"/>
          <p:nvPr/>
        </p:nvSpPr>
        <p:spPr>
          <a:xfrm>
            <a:off x="3726222" y="4874750"/>
            <a:ext cx="175800" cy="92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Calibri"/>
                <a:ea typeface="Calibri"/>
                <a:cs typeface="Calibri"/>
                <a:sym typeface="Calibri"/>
              </a:rPr>
              <a:t>Date:</a:t>
            </a:r>
            <a:endParaRPr sz="600">
              <a:solidFill>
                <a:schemeClr val="lt1"/>
              </a:solidFill>
              <a:latin typeface="Calibri"/>
              <a:ea typeface="Calibri"/>
              <a:cs typeface="Calibri"/>
              <a:sym typeface="Calibri"/>
            </a:endParaRPr>
          </a:p>
        </p:txBody>
      </p:sp>
      <p:sp>
        <p:nvSpPr>
          <p:cNvPr id="20" name="Google Shape;20;p2"/>
          <p:cNvSpPr txBox="1"/>
          <p:nvPr/>
        </p:nvSpPr>
        <p:spPr>
          <a:xfrm>
            <a:off x="4948530" y="4874750"/>
            <a:ext cx="262500" cy="92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Calibri"/>
                <a:ea typeface="Calibri"/>
                <a:cs typeface="Calibri"/>
                <a:sym typeface="Calibri"/>
              </a:rPr>
              <a:t>Author:</a:t>
            </a:r>
            <a:endParaRPr sz="600">
              <a:solidFill>
                <a:schemeClr val="lt1"/>
              </a:solidFill>
              <a:latin typeface="Calibri"/>
              <a:ea typeface="Calibri"/>
              <a:cs typeface="Calibri"/>
              <a:sym typeface="Calibri"/>
            </a:endParaRPr>
          </a:p>
        </p:txBody>
      </p:sp>
      <p:pic>
        <p:nvPicPr>
          <p:cNvPr id="21" name="Google Shape;21;p2"/>
          <p:cNvPicPr preferRelativeResize="0"/>
          <p:nvPr/>
        </p:nvPicPr>
        <p:blipFill>
          <a:blip r:embed="rId2">
            <a:alphaModFix/>
          </a:blip>
          <a:stretch>
            <a:fill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Cover - Imagery">
  <p:cSld name="Title 1_2">
    <p:spTree>
      <p:nvGrpSpPr>
        <p:cNvPr id="1" name="Shape 38"/>
        <p:cNvGrpSpPr/>
        <p:nvPr/>
      </p:nvGrpSpPr>
      <p:grpSpPr>
        <a:xfrm>
          <a:off x="0" y="0"/>
          <a:ext cx="0" cy="0"/>
          <a:chOff x="0" y="0"/>
          <a:chExt cx="0" cy="0"/>
        </a:xfrm>
      </p:grpSpPr>
      <p:sp>
        <p:nvSpPr>
          <p:cNvPr id="39" name="Google Shape;39;p4"/>
          <p:cNvSpPr>
            <a:spLocks noGrp="1"/>
          </p:cNvSpPr>
          <p:nvPr>
            <p:ph type="pic" idx="2"/>
          </p:nvPr>
        </p:nvSpPr>
        <p:spPr>
          <a:xfrm>
            <a:off x="6686325" y="2685800"/>
            <a:ext cx="4934400" cy="4934400"/>
          </a:xfrm>
          <a:prstGeom prst="pie">
            <a:avLst>
              <a:gd name="adj1" fmla="val 10793211"/>
              <a:gd name="adj2" fmla="val 16206727"/>
            </a:avLst>
          </a:prstGeom>
          <a:noFill/>
          <a:ln>
            <a:noFill/>
          </a:ln>
        </p:spPr>
      </p:sp>
      <p:sp>
        <p:nvSpPr>
          <p:cNvPr id="40" name="Google Shape;40;p4"/>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41" name="Google Shape;41;p4"/>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42" name="Google Shape;42;p4"/>
          <p:cNvSpPr txBox="1">
            <a:spLocks noGrp="1"/>
          </p:cNvSpPr>
          <p:nvPr>
            <p:ph type="title"/>
          </p:nvPr>
        </p:nvSpPr>
        <p:spPr>
          <a:xfrm>
            <a:off x="415650" y="1557350"/>
            <a:ext cx="4158600" cy="1014600"/>
          </a:xfrm>
          <a:prstGeom prst="rect">
            <a:avLst/>
          </a:prstGeom>
        </p:spPr>
        <p:txBody>
          <a:bodyPr spcFirstLastPara="1" wrap="square" lIns="0" tIns="0" rIns="0" bIns="0" anchor="b" anchorCtr="0">
            <a:noAutofit/>
          </a:bodyPr>
          <a:lstStyle>
            <a:lvl1pPr lvl="0"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1pPr>
            <a:lvl2pPr lvl="1"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2pPr>
            <a:lvl3pPr lvl="2"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3pPr>
            <a:lvl4pPr lvl="3"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4pPr>
            <a:lvl5pPr lvl="4"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5pPr>
            <a:lvl6pPr lvl="5"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6pPr>
            <a:lvl7pPr lvl="6"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7pPr>
            <a:lvl8pPr lvl="7"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8pPr>
            <a:lvl9pPr lvl="8" rtl="0">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9pPr>
          </a:lstStyle>
          <a:p>
            <a:endParaRPr/>
          </a:p>
        </p:txBody>
      </p:sp>
      <p:sp>
        <p:nvSpPr>
          <p:cNvPr id="43" name="Google Shape;43;p4"/>
          <p:cNvSpPr txBox="1">
            <a:spLocks noGrp="1"/>
          </p:cNvSpPr>
          <p:nvPr>
            <p:ph type="subTitle" idx="1"/>
          </p:nvPr>
        </p:nvSpPr>
        <p:spPr>
          <a:xfrm>
            <a:off x="415650" y="2695325"/>
            <a:ext cx="4158600" cy="289500"/>
          </a:xfrm>
          <a:prstGeom prst="rect">
            <a:avLst/>
          </a:prstGeom>
        </p:spPr>
        <p:txBody>
          <a:bodyPr spcFirstLastPara="1" wrap="square" lIns="0" tIns="0" rIns="0" bIns="0" anchor="t" anchorCtr="0">
            <a:noAutofit/>
          </a:bodyPr>
          <a:lstStyle>
            <a:lvl1pPr lvl="0" rtl="0">
              <a:spcBef>
                <a:spcPts val="0"/>
              </a:spcBef>
              <a:spcAft>
                <a:spcPts val="0"/>
              </a:spcAft>
              <a:buSzPts val="1400"/>
              <a:buFont typeface="Poppins"/>
              <a:buNone/>
              <a:defRPr>
                <a:latin typeface="Poppins"/>
                <a:ea typeface="Poppins"/>
                <a:cs typeface="Poppins"/>
                <a:sym typeface="Poppins"/>
              </a:defRPr>
            </a:lvl1pPr>
            <a:lvl2pPr lvl="1" rtl="0">
              <a:spcBef>
                <a:spcPts val="200"/>
              </a:spcBef>
              <a:spcAft>
                <a:spcPts val="0"/>
              </a:spcAft>
              <a:buSzPts val="1400"/>
              <a:buFont typeface="Poppins"/>
              <a:buNone/>
              <a:defRPr>
                <a:latin typeface="Poppins"/>
                <a:ea typeface="Poppins"/>
                <a:cs typeface="Poppins"/>
                <a:sym typeface="Poppins"/>
              </a:defRPr>
            </a:lvl2pPr>
            <a:lvl3pPr lvl="2" rtl="0">
              <a:spcBef>
                <a:spcPts val="200"/>
              </a:spcBef>
              <a:spcAft>
                <a:spcPts val="0"/>
              </a:spcAft>
              <a:buSzPts val="1400"/>
              <a:buFont typeface="Poppins"/>
              <a:buNone/>
              <a:defRPr>
                <a:latin typeface="Poppins"/>
                <a:ea typeface="Poppins"/>
                <a:cs typeface="Poppins"/>
                <a:sym typeface="Poppins"/>
              </a:defRPr>
            </a:lvl3pPr>
            <a:lvl4pPr lvl="3" rtl="0">
              <a:spcBef>
                <a:spcPts val="200"/>
              </a:spcBef>
              <a:spcAft>
                <a:spcPts val="0"/>
              </a:spcAft>
              <a:buSzPts val="1400"/>
              <a:buFont typeface="Poppins"/>
              <a:buNone/>
              <a:defRPr>
                <a:latin typeface="Poppins"/>
                <a:ea typeface="Poppins"/>
                <a:cs typeface="Poppins"/>
                <a:sym typeface="Poppins"/>
              </a:defRPr>
            </a:lvl4pPr>
            <a:lvl5pPr lvl="4" rtl="0">
              <a:spcBef>
                <a:spcPts val="200"/>
              </a:spcBef>
              <a:spcAft>
                <a:spcPts val="0"/>
              </a:spcAft>
              <a:buSzPts val="1400"/>
              <a:buFont typeface="Poppins"/>
              <a:buNone/>
              <a:defRPr>
                <a:latin typeface="Poppins"/>
                <a:ea typeface="Poppins"/>
                <a:cs typeface="Poppins"/>
                <a:sym typeface="Poppins"/>
              </a:defRPr>
            </a:lvl5pPr>
            <a:lvl6pPr lvl="5" rtl="0">
              <a:spcBef>
                <a:spcPts val="200"/>
              </a:spcBef>
              <a:spcAft>
                <a:spcPts val="0"/>
              </a:spcAft>
              <a:buSzPts val="1400"/>
              <a:buFont typeface="Poppins"/>
              <a:buNone/>
              <a:defRPr>
                <a:latin typeface="Poppins"/>
                <a:ea typeface="Poppins"/>
                <a:cs typeface="Poppins"/>
                <a:sym typeface="Poppins"/>
              </a:defRPr>
            </a:lvl6pPr>
            <a:lvl7pPr lvl="6" rtl="0">
              <a:spcBef>
                <a:spcPts val="200"/>
              </a:spcBef>
              <a:spcAft>
                <a:spcPts val="0"/>
              </a:spcAft>
              <a:buSzPts val="1400"/>
              <a:buFont typeface="Poppins"/>
              <a:buNone/>
              <a:defRPr>
                <a:latin typeface="Poppins"/>
                <a:ea typeface="Poppins"/>
                <a:cs typeface="Poppins"/>
                <a:sym typeface="Poppins"/>
              </a:defRPr>
            </a:lvl7pPr>
            <a:lvl8pPr lvl="7" rtl="0">
              <a:spcBef>
                <a:spcPts val="200"/>
              </a:spcBef>
              <a:spcAft>
                <a:spcPts val="0"/>
              </a:spcAft>
              <a:buSzPts val="1400"/>
              <a:buFont typeface="Poppins"/>
              <a:buNone/>
              <a:defRPr>
                <a:latin typeface="Poppins"/>
                <a:ea typeface="Poppins"/>
                <a:cs typeface="Poppins"/>
                <a:sym typeface="Poppins"/>
              </a:defRPr>
            </a:lvl8pPr>
            <a:lvl9pPr lvl="8" rtl="0">
              <a:spcBef>
                <a:spcPts val="200"/>
              </a:spcBef>
              <a:spcAft>
                <a:spcPts val="200"/>
              </a:spcAft>
              <a:buSzPts val="1400"/>
              <a:buFont typeface="Poppins"/>
              <a:buNone/>
              <a:defRPr>
                <a:latin typeface="Poppins"/>
                <a:ea typeface="Poppins"/>
                <a:cs typeface="Poppins"/>
                <a:sym typeface="Poppins"/>
              </a:defRPr>
            </a:lvl9pPr>
          </a:lstStyle>
          <a:p>
            <a:endParaRPr/>
          </a:p>
        </p:txBody>
      </p:sp>
      <p:sp>
        <p:nvSpPr>
          <p:cNvPr id="44" name="Google Shape;44;p4"/>
          <p:cNvSpPr txBox="1">
            <a:spLocks noGrp="1"/>
          </p:cNvSpPr>
          <p:nvPr>
            <p:ph type="subTitle" idx="3"/>
          </p:nvPr>
        </p:nvSpPr>
        <p:spPr>
          <a:xfrm>
            <a:off x="415650" y="3108200"/>
            <a:ext cx="1746600" cy="223500"/>
          </a:xfrm>
          <a:prstGeom prst="rect">
            <a:avLst/>
          </a:prstGeom>
          <a:solidFill>
            <a:schemeClr val="dk2"/>
          </a:solidFill>
        </p:spPr>
        <p:txBody>
          <a:bodyPr spcFirstLastPara="1" wrap="square" lIns="91425" tIns="45700" rIns="91425" bIns="45700" anchor="ctr" anchorCtr="0">
            <a:spAutoFit/>
          </a:bodyPr>
          <a:lstStyle>
            <a:lvl1pPr lvl="0" rtl="0">
              <a:spcBef>
                <a:spcPts val="0"/>
              </a:spcBef>
              <a:spcAft>
                <a:spcPts val="0"/>
              </a:spcAft>
              <a:buSzPts val="1000"/>
              <a:buFont typeface="Poppins"/>
              <a:buNone/>
              <a:defRPr sz="1000">
                <a:latin typeface="Poppins"/>
                <a:ea typeface="Poppins"/>
                <a:cs typeface="Poppins"/>
                <a:sym typeface="Poppins"/>
              </a:defRPr>
            </a:lvl1pPr>
            <a:lvl2pPr lvl="1" rtl="0">
              <a:spcBef>
                <a:spcPts val="200"/>
              </a:spcBef>
              <a:spcAft>
                <a:spcPts val="0"/>
              </a:spcAft>
              <a:buSzPts val="1200"/>
              <a:buFont typeface="Poppins"/>
              <a:buNone/>
              <a:defRPr sz="1200">
                <a:latin typeface="Poppins"/>
                <a:ea typeface="Poppins"/>
                <a:cs typeface="Poppins"/>
                <a:sym typeface="Poppins"/>
              </a:defRPr>
            </a:lvl2pPr>
            <a:lvl3pPr lvl="2" rtl="0">
              <a:spcBef>
                <a:spcPts val="200"/>
              </a:spcBef>
              <a:spcAft>
                <a:spcPts val="0"/>
              </a:spcAft>
              <a:buSzPts val="1200"/>
              <a:buFont typeface="Poppins"/>
              <a:buNone/>
              <a:defRPr sz="1200">
                <a:latin typeface="Poppins"/>
                <a:ea typeface="Poppins"/>
                <a:cs typeface="Poppins"/>
                <a:sym typeface="Poppins"/>
              </a:defRPr>
            </a:lvl3pPr>
            <a:lvl4pPr lvl="3" rtl="0">
              <a:spcBef>
                <a:spcPts val="200"/>
              </a:spcBef>
              <a:spcAft>
                <a:spcPts val="0"/>
              </a:spcAft>
              <a:buSzPts val="1200"/>
              <a:buFont typeface="Poppins"/>
              <a:buNone/>
              <a:defRPr sz="1200">
                <a:latin typeface="Poppins"/>
                <a:ea typeface="Poppins"/>
                <a:cs typeface="Poppins"/>
                <a:sym typeface="Poppins"/>
              </a:defRPr>
            </a:lvl4pPr>
            <a:lvl5pPr lvl="4" rtl="0">
              <a:spcBef>
                <a:spcPts val="200"/>
              </a:spcBef>
              <a:spcAft>
                <a:spcPts val="0"/>
              </a:spcAft>
              <a:buSzPts val="1200"/>
              <a:buFont typeface="Poppins"/>
              <a:buNone/>
              <a:defRPr sz="1200">
                <a:latin typeface="Poppins"/>
                <a:ea typeface="Poppins"/>
                <a:cs typeface="Poppins"/>
                <a:sym typeface="Poppins"/>
              </a:defRPr>
            </a:lvl5pPr>
            <a:lvl6pPr lvl="5" rtl="0">
              <a:spcBef>
                <a:spcPts val="200"/>
              </a:spcBef>
              <a:spcAft>
                <a:spcPts val="0"/>
              </a:spcAft>
              <a:buSzPts val="1200"/>
              <a:buFont typeface="Poppins"/>
              <a:buNone/>
              <a:defRPr sz="1200">
                <a:latin typeface="Poppins"/>
                <a:ea typeface="Poppins"/>
                <a:cs typeface="Poppins"/>
                <a:sym typeface="Poppins"/>
              </a:defRPr>
            </a:lvl6pPr>
            <a:lvl7pPr lvl="6" rtl="0">
              <a:spcBef>
                <a:spcPts val="200"/>
              </a:spcBef>
              <a:spcAft>
                <a:spcPts val="0"/>
              </a:spcAft>
              <a:buSzPts val="1200"/>
              <a:buFont typeface="Poppins"/>
              <a:buNone/>
              <a:defRPr sz="1200">
                <a:latin typeface="Poppins"/>
                <a:ea typeface="Poppins"/>
                <a:cs typeface="Poppins"/>
                <a:sym typeface="Poppins"/>
              </a:defRPr>
            </a:lvl7pPr>
            <a:lvl8pPr lvl="7" rtl="0">
              <a:spcBef>
                <a:spcPts val="200"/>
              </a:spcBef>
              <a:spcAft>
                <a:spcPts val="0"/>
              </a:spcAft>
              <a:buSzPts val="1200"/>
              <a:buFont typeface="Poppins"/>
              <a:buNone/>
              <a:defRPr sz="1200">
                <a:latin typeface="Poppins"/>
                <a:ea typeface="Poppins"/>
                <a:cs typeface="Poppins"/>
                <a:sym typeface="Poppins"/>
              </a:defRPr>
            </a:lvl8pPr>
            <a:lvl9pPr lvl="8" rtl="0">
              <a:spcBef>
                <a:spcPts val="200"/>
              </a:spcBef>
              <a:spcAft>
                <a:spcPts val="200"/>
              </a:spcAft>
              <a:buSzPts val="1200"/>
              <a:buFont typeface="Poppins"/>
              <a:buNone/>
              <a:defRPr sz="1200">
                <a:latin typeface="Poppins"/>
                <a:ea typeface="Poppins"/>
                <a:cs typeface="Poppins"/>
                <a:sym typeface="Poppins"/>
              </a:defRPr>
            </a:lvl9pPr>
          </a:lstStyle>
          <a:p>
            <a:endParaRPr/>
          </a:p>
        </p:txBody>
      </p:sp>
      <p:sp>
        <p:nvSpPr>
          <p:cNvPr id="45" name="Google Shape;45;p4"/>
          <p:cNvSpPr/>
          <p:nvPr/>
        </p:nvSpPr>
        <p:spPr>
          <a:xfrm>
            <a:off x="6255299"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46" name="Google Shape;46;p4"/>
          <p:cNvSpPr txBox="1"/>
          <p:nvPr/>
        </p:nvSpPr>
        <p:spPr>
          <a:xfrm>
            <a:off x="413150" y="4874750"/>
            <a:ext cx="1511100" cy="9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Calibri"/>
                <a:ea typeface="Calibri"/>
                <a:cs typeface="Calibri"/>
                <a:sym typeface="Calibri"/>
              </a:rPr>
              <a:t>Tiger Analytics Inc. © 2023. All Rights Reserved.</a:t>
            </a:r>
            <a:endParaRPr sz="600">
              <a:solidFill>
                <a:schemeClr val="lt1"/>
              </a:solidFill>
              <a:latin typeface="Calibri"/>
              <a:ea typeface="Calibri"/>
              <a:cs typeface="Calibri"/>
              <a:sym typeface="Calibri"/>
            </a:endParaRPr>
          </a:p>
        </p:txBody>
      </p:sp>
      <p:sp>
        <p:nvSpPr>
          <p:cNvPr id="47" name="Google Shape;47;p4"/>
          <p:cNvSpPr txBox="1">
            <a:spLocks noGrp="1"/>
          </p:cNvSpPr>
          <p:nvPr>
            <p:ph type="subTitle" idx="4"/>
          </p:nvPr>
        </p:nvSpPr>
        <p:spPr>
          <a:xfrm>
            <a:off x="2308944" y="4874750"/>
            <a:ext cx="1032600" cy="92400"/>
          </a:xfrm>
          <a:prstGeom prst="rect">
            <a:avLst/>
          </a:prstGeom>
        </p:spPr>
        <p:txBody>
          <a:bodyPr spcFirstLastPara="1" wrap="square" lIns="0" tIns="0" rIns="0" bIns="0" anchor="t" anchorCtr="0">
            <a:noAutofit/>
          </a:bodyPr>
          <a:lstStyle>
            <a:lvl1pPr lvl="0" algn="ctr" rtl="0">
              <a:spcBef>
                <a:spcPts val="0"/>
              </a:spcBef>
              <a:spcAft>
                <a:spcPts val="0"/>
              </a:spcAft>
              <a:buSzPts val="600"/>
              <a:buNone/>
              <a:defRPr sz="600"/>
            </a:lvl1pPr>
            <a:lvl2pPr lvl="1" algn="ctr" rtl="0">
              <a:spcBef>
                <a:spcPts val="200"/>
              </a:spcBef>
              <a:spcAft>
                <a:spcPts val="0"/>
              </a:spcAft>
              <a:buSzPts val="1400"/>
              <a:buNone/>
              <a:defRPr/>
            </a:lvl2pPr>
            <a:lvl3pPr lvl="2" algn="ctr" rtl="0">
              <a:spcBef>
                <a:spcPts val="200"/>
              </a:spcBef>
              <a:spcAft>
                <a:spcPts val="0"/>
              </a:spcAft>
              <a:buSzPts val="1400"/>
              <a:buNone/>
              <a:defRPr/>
            </a:lvl3pPr>
            <a:lvl4pPr lvl="3" algn="ctr" rtl="0">
              <a:spcBef>
                <a:spcPts val="200"/>
              </a:spcBef>
              <a:spcAft>
                <a:spcPts val="0"/>
              </a:spcAft>
              <a:buSzPts val="1400"/>
              <a:buNone/>
              <a:defRPr/>
            </a:lvl4pPr>
            <a:lvl5pPr lvl="4" algn="ctr" rtl="0">
              <a:spcBef>
                <a:spcPts val="200"/>
              </a:spcBef>
              <a:spcAft>
                <a:spcPts val="0"/>
              </a:spcAft>
              <a:buSzPts val="1400"/>
              <a:buNone/>
              <a:defRPr/>
            </a:lvl5pPr>
            <a:lvl6pPr lvl="5" algn="ctr" rtl="0">
              <a:spcBef>
                <a:spcPts val="200"/>
              </a:spcBef>
              <a:spcAft>
                <a:spcPts val="0"/>
              </a:spcAft>
              <a:buSzPts val="1400"/>
              <a:buNone/>
              <a:defRPr/>
            </a:lvl6pPr>
            <a:lvl7pPr lvl="6" algn="ctr" rtl="0">
              <a:spcBef>
                <a:spcPts val="200"/>
              </a:spcBef>
              <a:spcAft>
                <a:spcPts val="0"/>
              </a:spcAft>
              <a:buSzPts val="1400"/>
              <a:buNone/>
              <a:defRPr/>
            </a:lvl7pPr>
            <a:lvl8pPr lvl="7" algn="ctr" rtl="0">
              <a:spcBef>
                <a:spcPts val="200"/>
              </a:spcBef>
              <a:spcAft>
                <a:spcPts val="0"/>
              </a:spcAft>
              <a:buSzPts val="1400"/>
              <a:buNone/>
              <a:defRPr/>
            </a:lvl8pPr>
            <a:lvl9pPr lvl="8" algn="ctr" rtl="0">
              <a:spcBef>
                <a:spcPts val="200"/>
              </a:spcBef>
              <a:spcAft>
                <a:spcPts val="200"/>
              </a:spcAft>
              <a:buSzPts val="1400"/>
              <a:buNone/>
              <a:defRPr/>
            </a:lvl9pPr>
          </a:lstStyle>
          <a:p>
            <a:endParaRPr/>
          </a:p>
        </p:txBody>
      </p:sp>
      <p:sp>
        <p:nvSpPr>
          <p:cNvPr id="48" name="Google Shape;48;p4"/>
          <p:cNvSpPr txBox="1">
            <a:spLocks noGrp="1"/>
          </p:cNvSpPr>
          <p:nvPr>
            <p:ph type="subTitle" idx="5"/>
          </p:nvPr>
        </p:nvSpPr>
        <p:spPr>
          <a:xfrm>
            <a:off x="3927616" y="4874750"/>
            <a:ext cx="642000" cy="92400"/>
          </a:xfrm>
          <a:prstGeom prst="rect">
            <a:avLst/>
          </a:prstGeom>
        </p:spPr>
        <p:txBody>
          <a:bodyPr spcFirstLastPara="1" wrap="square" lIns="0" tIns="0" rIns="0" bIns="0" anchor="t" anchorCtr="0">
            <a:noAutofit/>
          </a:bodyPr>
          <a:lstStyle>
            <a:lvl1pPr lvl="0" rtl="0">
              <a:spcBef>
                <a:spcPts val="0"/>
              </a:spcBef>
              <a:spcAft>
                <a:spcPts val="0"/>
              </a:spcAft>
              <a:buSzPts val="600"/>
              <a:buNone/>
              <a:defRPr sz="600"/>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49" name="Google Shape;49;p4"/>
          <p:cNvSpPr txBox="1">
            <a:spLocks noGrp="1"/>
          </p:cNvSpPr>
          <p:nvPr>
            <p:ph type="subTitle" idx="6"/>
          </p:nvPr>
        </p:nvSpPr>
        <p:spPr>
          <a:xfrm>
            <a:off x="5237692" y="4874750"/>
            <a:ext cx="558900" cy="92400"/>
          </a:xfrm>
          <a:prstGeom prst="rect">
            <a:avLst/>
          </a:prstGeom>
        </p:spPr>
        <p:txBody>
          <a:bodyPr spcFirstLastPara="1" wrap="square" lIns="0" tIns="0" rIns="0" bIns="0" anchor="t" anchorCtr="0">
            <a:noAutofit/>
          </a:bodyPr>
          <a:lstStyle>
            <a:lvl1pPr lvl="0" rtl="0">
              <a:spcBef>
                <a:spcPts val="0"/>
              </a:spcBef>
              <a:spcAft>
                <a:spcPts val="0"/>
              </a:spcAft>
              <a:buSzPts val="600"/>
              <a:buNone/>
              <a:defRPr sz="600"/>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50" name="Google Shape;50;p4"/>
          <p:cNvSpPr txBox="1"/>
          <p:nvPr/>
        </p:nvSpPr>
        <p:spPr>
          <a:xfrm>
            <a:off x="3726222" y="4874750"/>
            <a:ext cx="175800" cy="92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Calibri"/>
                <a:ea typeface="Calibri"/>
                <a:cs typeface="Calibri"/>
                <a:sym typeface="Calibri"/>
              </a:rPr>
              <a:t>Date:</a:t>
            </a:r>
            <a:endParaRPr sz="600">
              <a:solidFill>
                <a:schemeClr val="lt1"/>
              </a:solidFill>
              <a:latin typeface="Calibri"/>
              <a:ea typeface="Calibri"/>
              <a:cs typeface="Calibri"/>
              <a:sym typeface="Calibri"/>
            </a:endParaRPr>
          </a:p>
        </p:txBody>
      </p:sp>
      <p:sp>
        <p:nvSpPr>
          <p:cNvPr id="51" name="Google Shape;51;p4"/>
          <p:cNvSpPr txBox="1"/>
          <p:nvPr/>
        </p:nvSpPr>
        <p:spPr>
          <a:xfrm>
            <a:off x="4948530" y="4874750"/>
            <a:ext cx="262500" cy="92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Calibri"/>
                <a:ea typeface="Calibri"/>
                <a:cs typeface="Calibri"/>
                <a:sym typeface="Calibri"/>
              </a:rPr>
              <a:t>Author:</a:t>
            </a:r>
            <a:endParaRPr sz="600">
              <a:solidFill>
                <a:schemeClr val="lt1"/>
              </a:solidFill>
              <a:latin typeface="Calibri"/>
              <a:ea typeface="Calibri"/>
              <a:cs typeface="Calibri"/>
              <a:sym typeface="Calibri"/>
            </a:endParaRPr>
          </a:p>
        </p:txBody>
      </p:sp>
      <p:pic>
        <p:nvPicPr>
          <p:cNvPr id="52" name="Google Shape;52;p4"/>
          <p:cNvPicPr preferRelativeResize="0"/>
          <p:nvPr/>
        </p:nvPicPr>
        <p:blipFill>
          <a:blip r:embed="rId2">
            <a:alphaModFix/>
          </a:blip>
          <a:stretch>
            <a:fill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hank You">
  <p:cSld name="Title 1_1_1">
    <p:spTree>
      <p:nvGrpSpPr>
        <p:cNvPr id="1" name="Shape 53"/>
        <p:cNvGrpSpPr/>
        <p:nvPr/>
      </p:nvGrpSpPr>
      <p:grpSpPr>
        <a:xfrm>
          <a:off x="0" y="0"/>
          <a:ext cx="0" cy="0"/>
          <a:chOff x="0" y="0"/>
          <a:chExt cx="0" cy="0"/>
        </a:xfrm>
      </p:grpSpPr>
      <p:sp>
        <p:nvSpPr>
          <p:cNvPr id="54" name="Google Shape;54;p5"/>
          <p:cNvSpPr txBox="1">
            <a:spLocks noGrp="1"/>
          </p:cNvSpPr>
          <p:nvPr>
            <p:ph type="title"/>
          </p:nvPr>
        </p:nvSpPr>
        <p:spPr>
          <a:xfrm>
            <a:off x="3396050" y="1066800"/>
            <a:ext cx="4648200" cy="11121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6400"/>
              <a:buFont typeface="Poppins"/>
              <a:buNone/>
              <a:defRPr sz="6400">
                <a:solidFill>
                  <a:schemeClr val="lt1"/>
                </a:solidFill>
                <a:latin typeface="Poppins"/>
                <a:ea typeface="Poppins"/>
                <a:cs typeface="Poppins"/>
                <a:sym typeface="Poppins"/>
              </a:defRPr>
            </a:lvl1pPr>
            <a:lvl2pPr lvl="1" rtl="0">
              <a:spcBef>
                <a:spcPts val="0"/>
              </a:spcBef>
              <a:spcAft>
                <a:spcPts val="0"/>
              </a:spcAft>
              <a:buSzPts val="1100"/>
              <a:buNone/>
              <a:defRPr>
                <a:latin typeface="Calibri"/>
                <a:ea typeface="Calibri"/>
                <a:cs typeface="Calibri"/>
                <a:sym typeface="Calibri"/>
              </a:defRPr>
            </a:lvl2pPr>
            <a:lvl3pPr lvl="2" rtl="0">
              <a:spcBef>
                <a:spcPts val="0"/>
              </a:spcBef>
              <a:spcAft>
                <a:spcPts val="0"/>
              </a:spcAft>
              <a:buSzPts val="1100"/>
              <a:buNone/>
              <a:defRPr>
                <a:latin typeface="Calibri"/>
                <a:ea typeface="Calibri"/>
                <a:cs typeface="Calibri"/>
                <a:sym typeface="Calibri"/>
              </a:defRPr>
            </a:lvl3pPr>
            <a:lvl4pPr lvl="3" rtl="0">
              <a:spcBef>
                <a:spcPts val="0"/>
              </a:spcBef>
              <a:spcAft>
                <a:spcPts val="0"/>
              </a:spcAft>
              <a:buSzPts val="1100"/>
              <a:buNone/>
              <a:defRPr>
                <a:latin typeface="Calibri"/>
                <a:ea typeface="Calibri"/>
                <a:cs typeface="Calibri"/>
                <a:sym typeface="Calibri"/>
              </a:defRPr>
            </a:lvl4pPr>
            <a:lvl5pPr lvl="4" rtl="0">
              <a:spcBef>
                <a:spcPts val="0"/>
              </a:spcBef>
              <a:spcAft>
                <a:spcPts val="0"/>
              </a:spcAft>
              <a:buSzPts val="1100"/>
              <a:buNone/>
              <a:defRPr>
                <a:latin typeface="Calibri"/>
                <a:ea typeface="Calibri"/>
                <a:cs typeface="Calibri"/>
                <a:sym typeface="Calibri"/>
              </a:defRPr>
            </a:lvl5pPr>
            <a:lvl6pPr lvl="5" rtl="0">
              <a:spcBef>
                <a:spcPts val="0"/>
              </a:spcBef>
              <a:spcAft>
                <a:spcPts val="0"/>
              </a:spcAft>
              <a:buSzPts val="1100"/>
              <a:buNone/>
              <a:defRPr>
                <a:latin typeface="Calibri"/>
                <a:ea typeface="Calibri"/>
                <a:cs typeface="Calibri"/>
                <a:sym typeface="Calibri"/>
              </a:defRPr>
            </a:lvl6pPr>
            <a:lvl7pPr lvl="6" rtl="0">
              <a:spcBef>
                <a:spcPts val="0"/>
              </a:spcBef>
              <a:spcAft>
                <a:spcPts val="0"/>
              </a:spcAft>
              <a:buSzPts val="1100"/>
              <a:buNone/>
              <a:defRPr>
                <a:latin typeface="Calibri"/>
                <a:ea typeface="Calibri"/>
                <a:cs typeface="Calibri"/>
                <a:sym typeface="Calibri"/>
              </a:defRPr>
            </a:lvl7pPr>
            <a:lvl8pPr lvl="7" rtl="0">
              <a:spcBef>
                <a:spcPts val="0"/>
              </a:spcBef>
              <a:spcAft>
                <a:spcPts val="0"/>
              </a:spcAft>
              <a:buSzPts val="1100"/>
              <a:buNone/>
              <a:defRPr>
                <a:latin typeface="Calibri"/>
                <a:ea typeface="Calibri"/>
                <a:cs typeface="Calibri"/>
                <a:sym typeface="Calibri"/>
              </a:defRPr>
            </a:lvl8pPr>
            <a:lvl9pPr lvl="8" rtl="0">
              <a:spcBef>
                <a:spcPts val="0"/>
              </a:spcBef>
              <a:spcAft>
                <a:spcPts val="0"/>
              </a:spcAft>
              <a:buSzPts val="1100"/>
              <a:buNone/>
              <a:defRPr>
                <a:latin typeface="Calibri"/>
                <a:ea typeface="Calibri"/>
                <a:cs typeface="Calibri"/>
                <a:sym typeface="Calibri"/>
              </a:defRPr>
            </a:lvl9pPr>
          </a:lstStyle>
          <a:p>
            <a:endParaRPr/>
          </a:p>
        </p:txBody>
      </p:sp>
      <p:grpSp>
        <p:nvGrpSpPr>
          <p:cNvPr id="55" name="Google Shape;55;p5"/>
          <p:cNvGrpSpPr/>
          <p:nvPr/>
        </p:nvGrpSpPr>
        <p:grpSpPr>
          <a:xfrm rot="10800000">
            <a:off x="8385726" y="4395376"/>
            <a:ext cx="758283" cy="760876"/>
            <a:chOff x="1" y="1"/>
            <a:chExt cx="758283" cy="760876"/>
          </a:xfrm>
        </p:grpSpPr>
        <p:sp>
          <p:nvSpPr>
            <p:cNvPr id="56" name="Google Shape;56;p5"/>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57" name="Google Shape;57;p5"/>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grpSp>
      <p:sp>
        <p:nvSpPr>
          <p:cNvPr id="58" name="Google Shape;58;p5">
            <a:hlinkClick r:id="rId2"/>
          </p:cNvPr>
          <p:cNvSpPr/>
          <p:nvPr/>
        </p:nvSpPr>
        <p:spPr>
          <a:xfrm>
            <a:off x="3396050" y="36874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 sz="1200" b="1" i="0" u="none" strike="noStrike" cap="none">
                <a:solidFill>
                  <a:schemeClr val="lt2"/>
                </a:solidFill>
                <a:latin typeface="Calibri"/>
                <a:ea typeface="Calibri"/>
                <a:cs typeface="Calibri"/>
                <a:sym typeface="Calibri"/>
              </a:rPr>
              <a:t>www.tigeranalytics.com</a:t>
            </a:r>
            <a:endParaRPr sz="1100">
              <a:solidFill>
                <a:schemeClr val="lt2"/>
              </a:solidFill>
              <a:latin typeface="Calibri"/>
              <a:ea typeface="Calibri"/>
              <a:cs typeface="Calibri"/>
              <a:sym typeface="Calibri"/>
            </a:endParaRPr>
          </a:p>
        </p:txBody>
      </p:sp>
      <p:sp>
        <p:nvSpPr>
          <p:cNvPr id="59" name="Google Shape;59;p5">
            <a:hlinkClick r:id="rId3"/>
          </p:cNvPr>
          <p:cNvSpPr/>
          <p:nvPr/>
        </p:nvSpPr>
        <p:spPr>
          <a:xfrm>
            <a:off x="403069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 name="Google Shape;60;p5">
            <a:hlinkClick r:id="rId3"/>
          </p:cNvPr>
          <p:cNvSpPr/>
          <p:nvPr/>
        </p:nvSpPr>
        <p:spPr>
          <a:xfrm>
            <a:off x="4088728" y="39818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sp>
        <p:nvSpPr>
          <p:cNvPr id="61" name="Google Shape;61;p5">
            <a:hlinkClick r:id="rId4"/>
          </p:cNvPr>
          <p:cNvSpPr/>
          <p:nvPr/>
        </p:nvSpPr>
        <p:spPr>
          <a:xfrm>
            <a:off x="371337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2" name="Google Shape;62;p5">
            <a:hlinkClick r:id="rId4"/>
          </p:cNvPr>
          <p:cNvSpPr/>
          <p:nvPr/>
        </p:nvSpPr>
        <p:spPr>
          <a:xfrm>
            <a:off x="3772848" y="39832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sp>
        <p:nvSpPr>
          <p:cNvPr id="63" name="Google Shape;63;p5">
            <a:hlinkClick r:id="rId5"/>
          </p:cNvPr>
          <p:cNvSpPr/>
          <p:nvPr/>
        </p:nvSpPr>
        <p:spPr>
          <a:xfrm>
            <a:off x="339605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4" name="Google Shape;64;p5">
            <a:hlinkClick r:id="rId5"/>
          </p:cNvPr>
          <p:cNvSpPr/>
          <p:nvPr/>
        </p:nvSpPr>
        <p:spPr>
          <a:xfrm>
            <a:off x="3481787" y="39692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sp>
        <p:nvSpPr>
          <p:cNvPr id="65" name="Google Shape;65;p5"/>
          <p:cNvSpPr txBox="1">
            <a:spLocks noGrp="1"/>
          </p:cNvSpPr>
          <p:nvPr>
            <p:ph type="subTitle" idx="1"/>
          </p:nvPr>
        </p:nvSpPr>
        <p:spPr>
          <a:xfrm>
            <a:off x="3396050" y="2125925"/>
            <a:ext cx="4648200" cy="231000"/>
          </a:xfrm>
          <a:prstGeom prst="rect">
            <a:avLst/>
          </a:prstGeom>
        </p:spPr>
        <p:txBody>
          <a:bodyPr spcFirstLastPara="1" wrap="square" lIns="0" tIns="0" rIns="0" bIns="0" anchor="t" anchorCtr="0">
            <a:noAutofit/>
          </a:bodyPr>
          <a:lstStyle>
            <a:lvl1pPr lvl="0" rtl="0">
              <a:spcBef>
                <a:spcPts val="0"/>
              </a:spcBef>
              <a:spcAft>
                <a:spcPts val="0"/>
              </a:spcAft>
              <a:buClr>
                <a:schemeClr val="accent1"/>
              </a:buClr>
              <a:buSzPts val="1400"/>
              <a:buFont typeface="Poppins Medium"/>
              <a:buNone/>
              <a:defRPr>
                <a:solidFill>
                  <a:schemeClr val="accent1"/>
                </a:solidFill>
                <a:latin typeface="Poppins Medium"/>
                <a:ea typeface="Poppins Medium"/>
                <a:cs typeface="Poppins Medium"/>
                <a:sym typeface="Poppins Medium"/>
              </a:defRPr>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66" name="Google Shape;66;p5"/>
          <p:cNvSpPr txBox="1">
            <a:spLocks noGrp="1"/>
          </p:cNvSpPr>
          <p:nvPr>
            <p:ph type="subTitle" idx="2"/>
          </p:nvPr>
        </p:nvSpPr>
        <p:spPr>
          <a:xfrm>
            <a:off x="3396050" y="2452499"/>
            <a:ext cx="4648200" cy="190200"/>
          </a:xfrm>
          <a:prstGeom prst="rect">
            <a:avLst/>
          </a:prstGeom>
        </p:spPr>
        <p:txBody>
          <a:bodyPr spcFirstLastPara="1" wrap="square" lIns="0" tIns="0" rIns="0" bIns="0" anchor="t" anchorCtr="0">
            <a:noAutofit/>
          </a:bodyPr>
          <a:lstStyle>
            <a:lvl1pPr lvl="0" rtl="0">
              <a:spcBef>
                <a:spcPts val="0"/>
              </a:spcBef>
              <a:spcAft>
                <a:spcPts val="0"/>
              </a:spcAft>
              <a:buSzPts val="1200"/>
              <a:buNone/>
              <a:defRPr sz="1200" b="1"/>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67" name="Google Shape;67;p5"/>
          <p:cNvSpPr txBox="1">
            <a:spLocks noGrp="1"/>
          </p:cNvSpPr>
          <p:nvPr>
            <p:ph type="subTitle" idx="3"/>
          </p:nvPr>
        </p:nvSpPr>
        <p:spPr>
          <a:xfrm>
            <a:off x="3396050" y="2671599"/>
            <a:ext cx="4648200" cy="190200"/>
          </a:xfrm>
          <a:prstGeom prst="rect">
            <a:avLst/>
          </a:prstGeom>
        </p:spPr>
        <p:txBody>
          <a:bodyPr spcFirstLastPara="1" wrap="square" lIns="0" tIns="0" rIns="0" bIns="0" anchor="t" anchorCtr="0">
            <a:spAutoFit/>
          </a:bodyPr>
          <a:lstStyle>
            <a:lvl1pPr lvl="0" rtl="0">
              <a:spcBef>
                <a:spcPts val="0"/>
              </a:spcBef>
              <a:spcAft>
                <a:spcPts val="0"/>
              </a:spcAft>
              <a:buClr>
                <a:schemeClr val="lt2"/>
              </a:buClr>
              <a:buSzPts val="1000"/>
              <a:buNone/>
              <a:defRPr sz="1000">
                <a:solidFill>
                  <a:schemeClr val="lt2"/>
                </a:solidFill>
              </a:defRPr>
            </a:lvl1pPr>
            <a:lvl2pPr lvl="1" rtl="0">
              <a:spcBef>
                <a:spcPts val="200"/>
              </a:spcBef>
              <a:spcAft>
                <a:spcPts val="0"/>
              </a:spcAft>
              <a:buSzPts val="1400"/>
              <a:buNone/>
              <a:defRPr/>
            </a:lvl2pPr>
            <a:lvl3pPr lvl="2" rtl="0">
              <a:spcBef>
                <a:spcPts val="200"/>
              </a:spcBef>
              <a:spcAft>
                <a:spcPts val="0"/>
              </a:spcAft>
              <a:buSzPts val="1400"/>
              <a:buNone/>
              <a:defRPr/>
            </a:lvl3pPr>
            <a:lvl4pPr lvl="3" rtl="0">
              <a:spcBef>
                <a:spcPts val="200"/>
              </a:spcBef>
              <a:spcAft>
                <a:spcPts val="0"/>
              </a:spcAft>
              <a:buSzPts val="1400"/>
              <a:buNone/>
              <a:defRPr/>
            </a:lvl4pPr>
            <a:lvl5pPr lvl="4" rtl="0">
              <a:spcBef>
                <a:spcPts val="200"/>
              </a:spcBef>
              <a:spcAft>
                <a:spcPts val="0"/>
              </a:spcAft>
              <a:buSzPts val="1400"/>
              <a:buNone/>
              <a:defRPr/>
            </a:lvl5pPr>
            <a:lvl6pPr lvl="5" rtl="0">
              <a:spcBef>
                <a:spcPts val="200"/>
              </a:spcBef>
              <a:spcAft>
                <a:spcPts val="0"/>
              </a:spcAft>
              <a:buSzPts val="1400"/>
              <a:buNone/>
              <a:defRPr/>
            </a:lvl6pPr>
            <a:lvl7pPr lvl="6" rtl="0">
              <a:spcBef>
                <a:spcPts val="200"/>
              </a:spcBef>
              <a:spcAft>
                <a:spcPts val="0"/>
              </a:spcAft>
              <a:buSzPts val="1400"/>
              <a:buNone/>
              <a:defRPr/>
            </a:lvl7pPr>
            <a:lvl8pPr lvl="7" rtl="0">
              <a:spcBef>
                <a:spcPts val="200"/>
              </a:spcBef>
              <a:spcAft>
                <a:spcPts val="0"/>
              </a:spcAft>
              <a:buSzPts val="1400"/>
              <a:buNone/>
              <a:defRPr/>
            </a:lvl8pPr>
            <a:lvl9pPr lvl="8" rtl="0">
              <a:spcBef>
                <a:spcPts val="200"/>
              </a:spcBef>
              <a:spcAft>
                <a:spcPts val="200"/>
              </a:spcAft>
              <a:buSzPts val="1400"/>
              <a:buNone/>
              <a:defRPr/>
            </a:lvl9pPr>
          </a:lstStyle>
          <a:p>
            <a:endParaRPr/>
          </a:p>
        </p:txBody>
      </p:sp>
      <p:sp>
        <p:nvSpPr>
          <p:cNvPr id="68" name="Google Shape;68;p5"/>
          <p:cNvSpPr/>
          <p:nvPr/>
        </p:nvSpPr>
        <p:spPr>
          <a:xfrm rot="10800000">
            <a:off x="294" y="0"/>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pic>
        <p:nvPicPr>
          <p:cNvPr id="69" name="Google Shape;69;p5"/>
          <p:cNvPicPr preferRelativeResize="0"/>
          <p:nvPr/>
        </p:nvPicPr>
        <p:blipFill>
          <a:blip r:embed="rId6">
            <a:alphaModFix/>
          </a:blip>
          <a:stretch>
            <a:fill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76">
          <p15:clr>
            <a:srgbClr val="FA7B17"/>
          </p15:clr>
        </p15:guide>
        <p15:guide id="4" orient="horz" pos="2938">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About Us">
  <p:cSld name="Title 1_1_1_1">
    <p:spTree>
      <p:nvGrpSpPr>
        <p:cNvPr id="1" name="Shape 70"/>
        <p:cNvGrpSpPr/>
        <p:nvPr/>
      </p:nvGrpSpPr>
      <p:grpSpPr>
        <a:xfrm>
          <a:off x="0" y="0"/>
          <a:ext cx="0" cy="0"/>
          <a:chOff x="0" y="0"/>
          <a:chExt cx="0" cy="0"/>
        </a:xfrm>
      </p:grpSpPr>
      <p:grpSp>
        <p:nvGrpSpPr>
          <p:cNvPr id="71" name="Google Shape;71;p6"/>
          <p:cNvGrpSpPr/>
          <p:nvPr/>
        </p:nvGrpSpPr>
        <p:grpSpPr>
          <a:xfrm>
            <a:off x="3396050" y="3458800"/>
            <a:ext cx="1738200" cy="479372"/>
            <a:chOff x="5219700" y="3382600"/>
            <a:chExt cx="1738200" cy="479372"/>
          </a:xfrm>
        </p:grpSpPr>
        <p:sp>
          <p:nvSpPr>
            <p:cNvPr id="72" name="Google Shape;72;p6">
              <a:hlinkClick r:id="rId2"/>
            </p:cNvPr>
            <p:cNvSpPr/>
            <p:nvPr/>
          </p:nvSpPr>
          <p:spPr>
            <a:xfrm>
              <a:off x="5219700" y="33826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 sz="1200" b="1" i="0" u="none" strike="noStrike" cap="none">
                  <a:solidFill>
                    <a:schemeClr val="lt2"/>
                  </a:solidFill>
                  <a:latin typeface="Calibri"/>
                  <a:ea typeface="Calibri"/>
                  <a:cs typeface="Calibri"/>
                  <a:sym typeface="Calibri"/>
                </a:rPr>
                <a:t>www.tigeranalytics.com</a:t>
              </a:r>
              <a:endParaRPr sz="1100">
                <a:solidFill>
                  <a:schemeClr val="lt2"/>
                </a:solidFill>
                <a:latin typeface="Calibri"/>
                <a:ea typeface="Calibri"/>
                <a:cs typeface="Calibri"/>
                <a:sym typeface="Calibri"/>
              </a:endParaRPr>
            </a:p>
          </p:txBody>
        </p:sp>
        <p:sp>
          <p:nvSpPr>
            <p:cNvPr id="73" name="Google Shape;73;p6">
              <a:hlinkClick r:id="rId3"/>
            </p:cNvPr>
            <p:cNvSpPr/>
            <p:nvPr/>
          </p:nvSpPr>
          <p:spPr>
            <a:xfrm>
              <a:off x="585434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4" name="Google Shape;74;p6">
              <a:hlinkClick r:id="rId3"/>
            </p:cNvPr>
            <p:cNvSpPr/>
            <p:nvPr/>
          </p:nvSpPr>
          <p:spPr>
            <a:xfrm>
              <a:off x="5912378" y="36770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sp>
          <p:nvSpPr>
            <p:cNvPr id="75" name="Google Shape;75;p6">
              <a:hlinkClick r:id="rId4"/>
            </p:cNvPr>
            <p:cNvSpPr/>
            <p:nvPr/>
          </p:nvSpPr>
          <p:spPr>
            <a:xfrm>
              <a:off x="553702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6" name="Google Shape;76;p6">
              <a:hlinkClick r:id="rId4"/>
            </p:cNvPr>
            <p:cNvSpPr/>
            <p:nvPr/>
          </p:nvSpPr>
          <p:spPr>
            <a:xfrm>
              <a:off x="5596498" y="36784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sp>
          <p:nvSpPr>
            <p:cNvPr id="77" name="Google Shape;77;p6">
              <a:hlinkClick r:id="rId5"/>
            </p:cNvPr>
            <p:cNvSpPr/>
            <p:nvPr/>
          </p:nvSpPr>
          <p:spPr>
            <a:xfrm>
              <a:off x="521970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8" name="Google Shape;78;p6">
              <a:hlinkClick r:id="rId5"/>
            </p:cNvPr>
            <p:cNvSpPr/>
            <p:nvPr/>
          </p:nvSpPr>
          <p:spPr>
            <a:xfrm>
              <a:off x="5305437" y="36644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Calibri"/>
                <a:ea typeface="Calibri"/>
                <a:cs typeface="Calibri"/>
                <a:sym typeface="Calibri"/>
              </a:endParaRPr>
            </a:p>
          </p:txBody>
        </p:sp>
      </p:grpSp>
      <p:sp>
        <p:nvSpPr>
          <p:cNvPr id="79" name="Google Shape;79;p6"/>
          <p:cNvSpPr/>
          <p:nvPr/>
        </p:nvSpPr>
        <p:spPr>
          <a:xfrm>
            <a:off x="3396050" y="1462150"/>
            <a:ext cx="4835100" cy="1766700"/>
          </a:xfrm>
          <a:prstGeom prst="rect">
            <a:avLst/>
          </a:prstGeom>
          <a:noFill/>
          <a:ln>
            <a:noFill/>
          </a:ln>
        </p:spPr>
        <p:txBody>
          <a:bodyPr spcFirstLastPara="1" wrap="square" lIns="0" tIns="0" rIns="0" bIns="0" anchor="t" anchorCtr="0">
            <a:noAutofit/>
          </a:bodyPr>
          <a:lstStyle/>
          <a:p>
            <a:pPr marL="0" marR="0" lvl="0" indent="0" algn="l" rtl="0">
              <a:lnSpc>
                <a:spcPct val="200000"/>
              </a:lnSpc>
              <a:spcBef>
                <a:spcPts val="0"/>
              </a:spcBef>
              <a:spcAft>
                <a:spcPts val="0"/>
              </a:spcAft>
              <a:buClr>
                <a:schemeClr val="accent6"/>
              </a:buClr>
              <a:buSzPts val="1100"/>
              <a:buFont typeface="Trebuchet MS"/>
              <a:buNone/>
            </a:pPr>
            <a:r>
              <a:rPr lang="en" sz="1200" b="1">
                <a:solidFill>
                  <a:schemeClr val="accent1"/>
                </a:solidFill>
                <a:latin typeface="Poppins"/>
                <a:ea typeface="Poppins"/>
                <a:cs typeface="Poppins"/>
                <a:sym typeface="Poppins"/>
              </a:rPr>
              <a:t>About Us</a:t>
            </a:r>
            <a:endParaRPr sz="1200" b="1">
              <a:solidFill>
                <a:schemeClr val="accent1"/>
              </a:solidFill>
              <a:latin typeface="Poppins"/>
              <a:ea typeface="Poppins"/>
              <a:cs typeface="Poppins"/>
              <a:sym typeface="Poppins"/>
            </a:endParaRPr>
          </a:p>
          <a:p>
            <a:pPr marL="0" marR="0" lvl="0" indent="0" algn="l" rtl="0">
              <a:lnSpc>
                <a:spcPct val="115000"/>
              </a:lnSpc>
              <a:spcBef>
                <a:spcPts val="0"/>
              </a:spcBef>
              <a:spcAft>
                <a:spcPts val="0"/>
              </a:spcAft>
              <a:buClr>
                <a:schemeClr val="accent6"/>
              </a:buClr>
              <a:buSzPts val="900"/>
              <a:buFont typeface="Calibri"/>
              <a:buNone/>
            </a:pPr>
            <a:r>
              <a:rPr lang="en" sz="1000">
                <a:solidFill>
                  <a:schemeClr val="lt1"/>
                </a:solidFill>
                <a:latin typeface="Calibri"/>
                <a:ea typeface="Calibri"/>
                <a:cs typeface="Calibri"/>
                <a:sym typeface="Calibri"/>
              </a:rPr>
              <a:t>Tiger Analytics is pioneering what AI and analytics can do to solve some of the toughest problems faced by organizations globally. We develop bespoke solutions powered by data and technology for several Fortune 500 companies. We have offices in multiple cities across the US, UK, India, and Singapore, and a substantial remote global workforce. </a:t>
            </a:r>
            <a:endParaRPr sz="1000">
              <a:solidFill>
                <a:schemeClr val="lt1"/>
              </a:solidFill>
              <a:latin typeface="Calibri"/>
              <a:ea typeface="Calibri"/>
              <a:cs typeface="Calibri"/>
              <a:sym typeface="Calibri"/>
            </a:endParaRPr>
          </a:p>
          <a:p>
            <a:pPr marL="0" marR="0" lvl="0" indent="0" algn="l" rtl="0">
              <a:lnSpc>
                <a:spcPct val="115000"/>
              </a:lnSpc>
              <a:spcBef>
                <a:spcPts val="1000"/>
              </a:spcBef>
              <a:spcAft>
                <a:spcPts val="0"/>
              </a:spcAft>
              <a:buClr>
                <a:schemeClr val="accent6"/>
              </a:buClr>
              <a:buSzPts val="900"/>
              <a:buFont typeface="Calibri"/>
              <a:buNone/>
            </a:pPr>
            <a:r>
              <a:rPr lang="en" sz="1000">
                <a:solidFill>
                  <a:schemeClr val="lt1"/>
                </a:solidFill>
                <a:latin typeface="Calibri"/>
                <a:ea typeface="Calibri"/>
                <a:cs typeface="Calibri"/>
                <a:sym typeface="Calibri"/>
              </a:rPr>
              <a:t>We have received multiple awards ranging from being recognized as a Leader by Forrester Research to being ranked among the fastest-growing tech companies by Inc. and Financial Times. We consistently feature in prestigious ‘Best Analytics Firms’ lists. </a:t>
            </a:r>
            <a:endParaRPr sz="1000">
              <a:solidFill>
                <a:schemeClr val="lt1"/>
              </a:solidFill>
              <a:latin typeface="Calibri"/>
              <a:ea typeface="Calibri"/>
              <a:cs typeface="Calibri"/>
              <a:sym typeface="Calibri"/>
            </a:endParaRPr>
          </a:p>
        </p:txBody>
      </p:sp>
      <p:grpSp>
        <p:nvGrpSpPr>
          <p:cNvPr id="80" name="Google Shape;80;p6"/>
          <p:cNvGrpSpPr/>
          <p:nvPr/>
        </p:nvGrpSpPr>
        <p:grpSpPr>
          <a:xfrm rot="10800000">
            <a:off x="8385726" y="4395376"/>
            <a:ext cx="758283" cy="760876"/>
            <a:chOff x="1" y="1"/>
            <a:chExt cx="758283" cy="760876"/>
          </a:xfrm>
        </p:grpSpPr>
        <p:sp>
          <p:nvSpPr>
            <p:cNvPr id="81" name="Google Shape;81;p6"/>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82" name="Google Shape;82;p6"/>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grpSp>
      <p:sp>
        <p:nvSpPr>
          <p:cNvPr id="83" name="Google Shape;83;p6"/>
          <p:cNvSpPr/>
          <p:nvPr/>
        </p:nvSpPr>
        <p:spPr>
          <a:xfrm rot="10800000">
            <a:off x="294" y="0"/>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pic>
        <p:nvPicPr>
          <p:cNvPr id="84" name="Google Shape;84;p6"/>
          <p:cNvPicPr preferRelativeResize="0"/>
          <p:nvPr/>
        </p:nvPicPr>
        <p:blipFill>
          <a:blip r:embed="rId6">
            <a:alphaModFix/>
          </a:blip>
          <a:stretch>
            <a:fill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76">
          <p15:clr>
            <a:srgbClr val="FA7B17"/>
          </p15:clr>
        </p15:guide>
        <p15:guide id="4" orient="horz" pos="293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ppendix">
  <p:cSld name="Title Only 1_5">
    <p:spTree>
      <p:nvGrpSpPr>
        <p:cNvPr id="1" name="Shape 96"/>
        <p:cNvGrpSpPr/>
        <p:nvPr/>
      </p:nvGrpSpPr>
      <p:grpSpPr>
        <a:xfrm>
          <a:off x="0" y="0"/>
          <a:ext cx="0" cy="0"/>
          <a:chOff x="0" y="0"/>
          <a:chExt cx="0" cy="0"/>
        </a:xfrm>
      </p:grpSpPr>
      <p:sp>
        <p:nvSpPr>
          <p:cNvPr id="97" name="Google Shape;97;p9"/>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98" name="Google Shape;98;p9"/>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99" name="Google Shape;99;p9"/>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00" name="Google Shape;100;p9"/>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101" name="Google Shape;101;p9"/>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am - 10 Photos">
  <p:cSld name="Title Only 1_4">
    <p:spTree>
      <p:nvGrpSpPr>
        <p:cNvPr id="1" name="Shape 102"/>
        <p:cNvGrpSpPr/>
        <p:nvPr/>
      </p:nvGrpSpPr>
      <p:grpSpPr>
        <a:xfrm>
          <a:off x="0" y="0"/>
          <a:ext cx="0" cy="0"/>
          <a:chOff x="0" y="0"/>
          <a:chExt cx="0" cy="0"/>
        </a:xfrm>
      </p:grpSpPr>
      <p:sp>
        <p:nvSpPr>
          <p:cNvPr id="103" name="Google Shape;103;p10"/>
          <p:cNvSpPr/>
          <p:nvPr/>
        </p:nvSpPr>
        <p:spPr>
          <a:xfrm>
            <a:off x="5381688" y="825075"/>
            <a:ext cx="1689900" cy="40461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04" name="Google Shape;104;p10"/>
          <p:cNvSpPr/>
          <p:nvPr/>
        </p:nvSpPr>
        <p:spPr>
          <a:xfrm>
            <a:off x="2068213" y="825075"/>
            <a:ext cx="1689900" cy="40461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05" name="Google Shape;105;p10"/>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06" name="Google Shape;106;p10"/>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107" name="Google Shape;107;p10"/>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08" name="Google Shape;108;p10"/>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09" name="Google Shape;109;p10"/>
          <p:cNvSpPr/>
          <p:nvPr/>
        </p:nvSpPr>
        <p:spPr>
          <a:xfrm>
            <a:off x="844975"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10" name="Google Shape;110;p10"/>
          <p:cNvCxnSpPr/>
          <p:nvPr/>
        </p:nvCxnSpPr>
        <p:spPr>
          <a:xfrm>
            <a:off x="828025" y="2321098"/>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11" name="Google Shape;111;p10"/>
          <p:cNvSpPr txBox="1">
            <a:spLocks noGrp="1"/>
          </p:cNvSpPr>
          <p:nvPr>
            <p:ph type="subTitle" idx="1"/>
          </p:nvPr>
        </p:nvSpPr>
        <p:spPr>
          <a:xfrm>
            <a:off x="570625" y="211350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12" name="Google Shape;112;p10"/>
          <p:cNvSpPr txBox="1">
            <a:spLocks noGrp="1"/>
          </p:cNvSpPr>
          <p:nvPr>
            <p:ph type="subTitle" idx="2"/>
          </p:nvPr>
        </p:nvSpPr>
        <p:spPr>
          <a:xfrm>
            <a:off x="570625" y="1941308"/>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13" name="Google Shape;113;p10"/>
          <p:cNvSpPr txBox="1">
            <a:spLocks noGrp="1"/>
          </p:cNvSpPr>
          <p:nvPr>
            <p:ph type="subTitle" idx="3"/>
          </p:nvPr>
        </p:nvSpPr>
        <p:spPr>
          <a:xfrm>
            <a:off x="570625" y="238412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14" name="Google Shape;114;p10"/>
          <p:cNvSpPr>
            <a:spLocks noGrp="1"/>
          </p:cNvSpPr>
          <p:nvPr>
            <p:ph type="pic" idx="4"/>
          </p:nvPr>
        </p:nvSpPr>
        <p:spPr>
          <a:xfrm>
            <a:off x="913525" y="1095880"/>
            <a:ext cx="685800" cy="685800"/>
          </a:xfrm>
          <a:prstGeom prst="ellipse">
            <a:avLst/>
          </a:prstGeom>
          <a:noFill/>
          <a:ln w="19050" cap="flat" cmpd="sng">
            <a:solidFill>
              <a:schemeClr val="dk1"/>
            </a:solidFill>
            <a:prstDash val="solid"/>
            <a:round/>
            <a:headEnd type="none" w="sm" len="sm"/>
            <a:tailEnd type="none" w="sm" len="sm"/>
          </a:ln>
        </p:spPr>
      </p:sp>
      <p:sp>
        <p:nvSpPr>
          <p:cNvPr id="115" name="Google Shape;115;p10"/>
          <p:cNvSpPr/>
          <p:nvPr/>
        </p:nvSpPr>
        <p:spPr>
          <a:xfrm>
            <a:off x="844975"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16" name="Google Shape;116;p10"/>
          <p:cNvCxnSpPr/>
          <p:nvPr/>
        </p:nvCxnSpPr>
        <p:spPr>
          <a:xfrm>
            <a:off x="828025" y="4327419"/>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17" name="Google Shape;117;p10"/>
          <p:cNvSpPr txBox="1">
            <a:spLocks noGrp="1"/>
          </p:cNvSpPr>
          <p:nvPr>
            <p:ph type="subTitle" idx="5"/>
          </p:nvPr>
        </p:nvSpPr>
        <p:spPr>
          <a:xfrm>
            <a:off x="570625" y="411982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18" name="Google Shape;118;p10"/>
          <p:cNvSpPr txBox="1">
            <a:spLocks noGrp="1"/>
          </p:cNvSpPr>
          <p:nvPr>
            <p:ph type="subTitle" idx="6"/>
          </p:nvPr>
        </p:nvSpPr>
        <p:spPr>
          <a:xfrm>
            <a:off x="570625" y="3947629"/>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19" name="Google Shape;119;p10"/>
          <p:cNvSpPr txBox="1">
            <a:spLocks noGrp="1"/>
          </p:cNvSpPr>
          <p:nvPr>
            <p:ph type="subTitle" idx="7"/>
          </p:nvPr>
        </p:nvSpPr>
        <p:spPr>
          <a:xfrm>
            <a:off x="570625" y="439044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20" name="Google Shape;120;p10"/>
          <p:cNvSpPr>
            <a:spLocks noGrp="1"/>
          </p:cNvSpPr>
          <p:nvPr>
            <p:ph type="pic" idx="8"/>
          </p:nvPr>
        </p:nvSpPr>
        <p:spPr>
          <a:xfrm>
            <a:off x="913525" y="3102201"/>
            <a:ext cx="685800" cy="685800"/>
          </a:xfrm>
          <a:prstGeom prst="ellipse">
            <a:avLst/>
          </a:prstGeom>
          <a:noFill/>
          <a:ln w="19050" cap="flat" cmpd="sng">
            <a:solidFill>
              <a:schemeClr val="dk1"/>
            </a:solidFill>
            <a:prstDash val="solid"/>
            <a:round/>
            <a:headEnd type="none" w="sm" len="sm"/>
            <a:tailEnd type="none" w="sm" len="sm"/>
          </a:ln>
        </p:spPr>
      </p:sp>
      <p:sp>
        <p:nvSpPr>
          <p:cNvPr id="121" name="Google Shape;121;p10"/>
          <p:cNvSpPr/>
          <p:nvPr/>
        </p:nvSpPr>
        <p:spPr>
          <a:xfrm>
            <a:off x="2501713"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22" name="Google Shape;122;p10"/>
          <p:cNvCxnSpPr/>
          <p:nvPr/>
        </p:nvCxnSpPr>
        <p:spPr>
          <a:xfrm>
            <a:off x="2484763" y="2321098"/>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23" name="Google Shape;123;p10"/>
          <p:cNvSpPr txBox="1">
            <a:spLocks noGrp="1"/>
          </p:cNvSpPr>
          <p:nvPr>
            <p:ph type="subTitle" idx="9"/>
          </p:nvPr>
        </p:nvSpPr>
        <p:spPr>
          <a:xfrm>
            <a:off x="2227363" y="211350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24" name="Google Shape;124;p10"/>
          <p:cNvSpPr txBox="1">
            <a:spLocks noGrp="1"/>
          </p:cNvSpPr>
          <p:nvPr>
            <p:ph type="subTitle" idx="13"/>
          </p:nvPr>
        </p:nvSpPr>
        <p:spPr>
          <a:xfrm>
            <a:off x="2227363" y="1941308"/>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25" name="Google Shape;125;p10"/>
          <p:cNvSpPr txBox="1">
            <a:spLocks noGrp="1"/>
          </p:cNvSpPr>
          <p:nvPr>
            <p:ph type="subTitle" idx="14"/>
          </p:nvPr>
        </p:nvSpPr>
        <p:spPr>
          <a:xfrm>
            <a:off x="2227363" y="238412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26" name="Google Shape;126;p10"/>
          <p:cNvSpPr>
            <a:spLocks noGrp="1"/>
          </p:cNvSpPr>
          <p:nvPr>
            <p:ph type="pic" idx="15"/>
          </p:nvPr>
        </p:nvSpPr>
        <p:spPr>
          <a:xfrm>
            <a:off x="2570263" y="1095880"/>
            <a:ext cx="685800" cy="685800"/>
          </a:xfrm>
          <a:prstGeom prst="ellipse">
            <a:avLst/>
          </a:prstGeom>
          <a:noFill/>
          <a:ln w="19050" cap="flat" cmpd="sng">
            <a:solidFill>
              <a:schemeClr val="dk1"/>
            </a:solidFill>
            <a:prstDash val="solid"/>
            <a:round/>
            <a:headEnd type="none" w="sm" len="sm"/>
            <a:tailEnd type="none" w="sm" len="sm"/>
          </a:ln>
        </p:spPr>
      </p:sp>
      <p:sp>
        <p:nvSpPr>
          <p:cNvPr id="127" name="Google Shape;127;p10"/>
          <p:cNvSpPr/>
          <p:nvPr/>
        </p:nvSpPr>
        <p:spPr>
          <a:xfrm>
            <a:off x="2501713"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28" name="Google Shape;128;p10"/>
          <p:cNvCxnSpPr/>
          <p:nvPr/>
        </p:nvCxnSpPr>
        <p:spPr>
          <a:xfrm>
            <a:off x="2484763" y="4327419"/>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29" name="Google Shape;129;p10"/>
          <p:cNvSpPr txBox="1">
            <a:spLocks noGrp="1"/>
          </p:cNvSpPr>
          <p:nvPr>
            <p:ph type="subTitle" idx="16"/>
          </p:nvPr>
        </p:nvSpPr>
        <p:spPr>
          <a:xfrm>
            <a:off x="2227363" y="411982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30" name="Google Shape;130;p10"/>
          <p:cNvSpPr txBox="1">
            <a:spLocks noGrp="1"/>
          </p:cNvSpPr>
          <p:nvPr>
            <p:ph type="subTitle" idx="17"/>
          </p:nvPr>
        </p:nvSpPr>
        <p:spPr>
          <a:xfrm>
            <a:off x="2227363" y="3947629"/>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31" name="Google Shape;131;p10"/>
          <p:cNvSpPr txBox="1">
            <a:spLocks noGrp="1"/>
          </p:cNvSpPr>
          <p:nvPr>
            <p:ph type="subTitle" idx="18"/>
          </p:nvPr>
        </p:nvSpPr>
        <p:spPr>
          <a:xfrm>
            <a:off x="2227363" y="439044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32" name="Google Shape;132;p10"/>
          <p:cNvSpPr>
            <a:spLocks noGrp="1"/>
          </p:cNvSpPr>
          <p:nvPr>
            <p:ph type="pic" idx="19"/>
          </p:nvPr>
        </p:nvSpPr>
        <p:spPr>
          <a:xfrm>
            <a:off x="2570263" y="3102201"/>
            <a:ext cx="685800" cy="685800"/>
          </a:xfrm>
          <a:prstGeom prst="ellipse">
            <a:avLst/>
          </a:prstGeom>
          <a:noFill/>
          <a:ln w="19050" cap="flat" cmpd="sng">
            <a:solidFill>
              <a:schemeClr val="dk1"/>
            </a:solidFill>
            <a:prstDash val="solid"/>
            <a:round/>
            <a:headEnd type="none" w="sm" len="sm"/>
            <a:tailEnd type="none" w="sm" len="sm"/>
          </a:ln>
        </p:spPr>
      </p:sp>
      <p:sp>
        <p:nvSpPr>
          <p:cNvPr id="133" name="Google Shape;133;p10"/>
          <p:cNvSpPr/>
          <p:nvPr/>
        </p:nvSpPr>
        <p:spPr>
          <a:xfrm>
            <a:off x="4158450"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34" name="Google Shape;134;p10"/>
          <p:cNvCxnSpPr/>
          <p:nvPr/>
        </p:nvCxnSpPr>
        <p:spPr>
          <a:xfrm>
            <a:off x="4141500" y="2321098"/>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35" name="Google Shape;135;p10"/>
          <p:cNvSpPr txBox="1">
            <a:spLocks noGrp="1"/>
          </p:cNvSpPr>
          <p:nvPr>
            <p:ph type="subTitle" idx="20"/>
          </p:nvPr>
        </p:nvSpPr>
        <p:spPr>
          <a:xfrm>
            <a:off x="3884100" y="211350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36" name="Google Shape;136;p10"/>
          <p:cNvSpPr txBox="1">
            <a:spLocks noGrp="1"/>
          </p:cNvSpPr>
          <p:nvPr>
            <p:ph type="subTitle" idx="21"/>
          </p:nvPr>
        </p:nvSpPr>
        <p:spPr>
          <a:xfrm>
            <a:off x="3884100" y="1941308"/>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37" name="Google Shape;137;p10"/>
          <p:cNvSpPr txBox="1">
            <a:spLocks noGrp="1"/>
          </p:cNvSpPr>
          <p:nvPr>
            <p:ph type="subTitle" idx="22"/>
          </p:nvPr>
        </p:nvSpPr>
        <p:spPr>
          <a:xfrm>
            <a:off x="3884100" y="238412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38" name="Google Shape;138;p10"/>
          <p:cNvSpPr>
            <a:spLocks noGrp="1"/>
          </p:cNvSpPr>
          <p:nvPr>
            <p:ph type="pic" idx="23"/>
          </p:nvPr>
        </p:nvSpPr>
        <p:spPr>
          <a:xfrm>
            <a:off x="4227000" y="1095880"/>
            <a:ext cx="685800" cy="685800"/>
          </a:xfrm>
          <a:prstGeom prst="ellipse">
            <a:avLst/>
          </a:prstGeom>
          <a:noFill/>
          <a:ln w="19050" cap="flat" cmpd="sng">
            <a:solidFill>
              <a:schemeClr val="dk1"/>
            </a:solidFill>
            <a:prstDash val="solid"/>
            <a:round/>
            <a:headEnd type="none" w="sm" len="sm"/>
            <a:tailEnd type="none" w="sm" len="sm"/>
          </a:ln>
        </p:spPr>
      </p:sp>
      <p:sp>
        <p:nvSpPr>
          <p:cNvPr id="139" name="Google Shape;139;p10"/>
          <p:cNvSpPr/>
          <p:nvPr/>
        </p:nvSpPr>
        <p:spPr>
          <a:xfrm>
            <a:off x="4158450"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40" name="Google Shape;140;p10"/>
          <p:cNvCxnSpPr/>
          <p:nvPr/>
        </p:nvCxnSpPr>
        <p:spPr>
          <a:xfrm>
            <a:off x="4141500" y="4327419"/>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41" name="Google Shape;141;p10"/>
          <p:cNvSpPr txBox="1">
            <a:spLocks noGrp="1"/>
          </p:cNvSpPr>
          <p:nvPr>
            <p:ph type="subTitle" idx="24"/>
          </p:nvPr>
        </p:nvSpPr>
        <p:spPr>
          <a:xfrm>
            <a:off x="3884100" y="411982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42" name="Google Shape;142;p10"/>
          <p:cNvSpPr txBox="1">
            <a:spLocks noGrp="1"/>
          </p:cNvSpPr>
          <p:nvPr>
            <p:ph type="subTitle" idx="25"/>
          </p:nvPr>
        </p:nvSpPr>
        <p:spPr>
          <a:xfrm>
            <a:off x="3884100" y="3947629"/>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43" name="Google Shape;143;p10"/>
          <p:cNvSpPr txBox="1">
            <a:spLocks noGrp="1"/>
          </p:cNvSpPr>
          <p:nvPr>
            <p:ph type="subTitle" idx="26"/>
          </p:nvPr>
        </p:nvSpPr>
        <p:spPr>
          <a:xfrm>
            <a:off x="3884100" y="439044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44" name="Google Shape;144;p10"/>
          <p:cNvSpPr>
            <a:spLocks noGrp="1"/>
          </p:cNvSpPr>
          <p:nvPr>
            <p:ph type="pic" idx="27"/>
          </p:nvPr>
        </p:nvSpPr>
        <p:spPr>
          <a:xfrm>
            <a:off x="4227000" y="3102201"/>
            <a:ext cx="685800" cy="685800"/>
          </a:xfrm>
          <a:prstGeom prst="ellipse">
            <a:avLst/>
          </a:prstGeom>
          <a:noFill/>
          <a:ln w="19050" cap="flat" cmpd="sng">
            <a:solidFill>
              <a:schemeClr val="dk1"/>
            </a:solidFill>
            <a:prstDash val="solid"/>
            <a:round/>
            <a:headEnd type="none" w="sm" len="sm"/>
            <a:tailEnd type="none" w="sm" len="sm"/>
          </a:ln>
        </p:spPr>
      </p:sp>
      <p:sp>
        <p:nvSpPr>
          <p:cNvPr id="145" name="Google Shape;145;p10"/>
          <p:cNvSpPr/>
          <p:nvPr/>
        </p:nvSpPr>
        <p:spPr>
          <a:xfrm>
            <a:off x="5815188"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46" name="Google Shape;146;p10"/>
          <p:cNvCxnSpPr/>
          <p:nvPr/>
        </p:nvCxnSpPr>
        <p:spPr>
          <a:xfrm>
            <a:off x="5798238" y="2321098"/>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47" name="Google Shape;147;p10"/>
          <p:cNvSpPr txBox="1">
            <a:spLocks noGrp="1"/>
          </p:cNvSpPr>
          <p:nvPr>
            <p:ph type="subTitle" idx="28"/>
          </p:nvPr>
        </p:nvSpPr>
        <p:spPr>
          <a:xfrm>
            <a:off x="5540838" y="211350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48" name="Google Shape;148;p10"/>
          <p:cNvSpPr txBox="1">
            <a:spLocks noGrp="1"/>
          </p:cNvSpPr>
          <p:nvPr>
            <p:ph type="subTitle" idx="29"/>
          </p:nvPr>
        </p:nvSpPr>
        <p:spPr>
          <a:xfrm>
            <a:off x="5540838" y="1941308"/>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49" name="Google Shape;149;p10"/>
          <p:cNvSpPr txBox="1">
            <a:spLocks noGrp="1"/>
          </p:cNvSpPr>
          <p:nvPr>
            <p:ph type="subTitle" idx="30"/>
          </p:nvPr>
        </p:nvSpPr>
        <p:spPr>
          <a:xfrm>
            <a:off x="5540838" y="238412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50" name="Google Shape;150;p10"/>
          <p:cNvSpPr>
            <a:spLocks noGrp="1"/>
          </p:cNvSpPr>
          <p:nvPr>
            <p:ph type="pic" idx="31"/>
          </p:nvPr>
        </p:nvSpPr>
        <p:spPr>
          <a:xfrm>
            <a:off x="5883738" y="1095880"/>
            <a:ext cx="685800" cy="685800"/>
          </a:xfrm>
          <a:prstGeom prst="ellipse">
            <a:avLst/>
          </a:prstGeom>
          <a:noFill/>
          <a:ln w="19050" cap="flat" cmpd="sng">
            <a:solidFill>
              <a:schemeClr val="dk1"/>
            </a:solidFill>
            <a:prstDash val="solid"/>
            <a:round/>
            <a:headEnd type="none" w="sm" len="sm"/>
            <a:tailEnd type="none" w="sm" len="sm"/>
          </a:ln>
        </p:spPr>
      </p:sp>
      <p:sp>
        <p:nvSpPr>
          <p:cNvPr id="151" name="Google Shape;151;p10"/>
          <p:cNvSpPr/>
          <p:nvPr/>
        </p:nvSpPr>
        <p:spPr>
          <a:xfrm>
            <a:off x="5815188"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52" name="Google Shape;152;p10"/>
          <p:cNvCxnSpPr/>
          <p:nvPr/>
        </p:nvCxnSpPr>
        <p:spPr>
          <a:xfrm>
            <a:off x="5798238" y="4327419"/>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53" name="Google Shape;153;p10"/>
          <p:cNvSpPr txBox="1">
            <a:spLocks noGrp="1"/>
          </p:cNvSpPr>
          <p:nvPr>
            <p:ph type="subTitle" idx="32"/>
          </p:nvPr>
        </p:nvSpPr>
        <p:spPr>
          <a:xfrm>
            <a:off x="5540838" y="411982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54" name="Google Shape;154;p10"/>
          <p:cNvSpPr txBox="1">
            <a:spLocks noGrp="1"/>
          </p:cNvSpPr>
          <p:nvPr>
            <p:ph type="subTitle" idx="33"/>
          </p:nvPr>
        </p:nvSpPr>
        <p:spPr>
          <a:xfrm>
            <a:off x="5540838" y="3947629"/>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55" name="Google Shape;155;p10"/>
          <p:cNvSpPr txBox="1">
            <a:spLocks noGrp="1"/>
          </p:cNvSpPr>
          <p:nvPr>
            <p:ph type="subTitle" idx="34"/>
          </p:nvPr>
        </p:nvSpPr>
        <p:spPr>
          <a:xfrm>
            <a:off x="5540838" y="439044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56" name="Google Shape;156;p10"/>
          <p:cNvSpPr>
            <a:spLocks noGrp="1"/>
          </p:cNvSpPr>
          <p:nvPr>
            <p:ph type="pic" idx="35"/>
          </p:nvPr>
        </p:nvSpPr>
        <p:spPr>
          <a:xfrm>
            <a:off x="5883738" y="3102201"/>
            <a:ext cx="685800" cy="685800"/>
          </a:xfrm>
          <a:prstGeom prst="ellipse">
            <a:avLst/>
          </a:prstGeom>
          <a:noFill/>
          <a:ln w="19050" cap="flat" cmpd="sng">
            <a:solidFill>
              <a:schemeClr val="dk1"/>
            </a:solidFill>
            <a:prstDash val="solid"/>
            <a:round/>
            <a:headEnd type="none" w="sm" len="sm"/>
            <a:tailEnd type="none" w="sm" len="sm"/>
          </a:ln>
        </p:spPr>
      </p:sp>
      <p:sp>
        <p:nvSpPr>
          <p:cNvPr id="157" name="Google Shape;157;p10"/>
          <p:cNvSpPr/>
          <p:nvPr/>
        </p:nvSpPr>
        <p:spPr>
          <a:xfrm>
            <a:off x="7471925"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58" name="Google Shape;158;p10"/>
          <p:cNvCxnSpPr/>
          <p:nvPr/>
        </p:nvCxnSpPr>
        <p:spPr>
          <a:xfrm>
            <a:off x="7454975" y="2321098"/>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59" name="Google Shape;159;p10"/>
          <p:cNvSpPr txBox="1">
            <a:spLocks noGrp="1"/>
          </p:cNvSpPr>
          <p:nvPr>
            <p:ph type="subTitle" idx="36"/>
          </p:nvPr>
        </p:nvSpPr>
        <p:spPr>
          <a:xfrm>
            <a:off x="7197575" y="211350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60" name="Google Shape;160;p10"/>
          <p:cNvSpPr txBox="1">
            <a:spLocks noGrp="1"/>
          </p:cNvSpPr>
          <p:nvPr>
            <p:ph type="subTitle" idx="37"/>
          </p:nvPr>
        </p:nvSpPr>
        <p:spPr>
          <a:xfrm>
            <a:off x="7197575" y="1941308"/>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61" name="Google Shape;161;p10"/>
          <p:cNvSpPr txBox="1">
            <a:spLocks noGrp="1"/>
          </p:cNvSpPr>
          <p:nvPr>
            <p:ph type="subTitle" idx="38"/>
          </p:nvPr>
        </p:nvSpPr>
        <p:spPr>
          <a:xfrm>
            <a:off x="7197575" y="238412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62" name="Google Shape;162;p10"/>
          <p:cNvSpPr>
            <a:spLocks noGrp="1"/>
          </p:cNvSpPr>
          <p:nvPr>
            <p:ph type="pic" idx="39"/>
          </p:nvPr>
        </p:nvSpPr>
        <p:spPr>
          <a:xfrm>
            <a:off x="7540475" y="1095880"/>
            <a:ext cx="685800" cy="685800"/>
          </a:xfrm>
          <a:prstGeom prst="ellipse">
            <a:avLst/>
          </a:prstGeom>
          <a:noFill/>
          <a:ln w="19050" cap="flat" cmpd="sng">
            <a:solidFill>
              <a:schemeClr val="dk1"/>
            </a:solidFill>
            <a:prstDash val="solid"/>
            <a:round/>
            <a:headEnd type="none" w="sm" len="sm"/>
            <a:tailEnd type="none" w="sm" len="sm"/>
          </a:ln>
        </p:spPr>
      </p:sp>
      <p:sp>
        <p:nvSpPr>
          <p:cNvPr id="163" name="Google Shape;163;p10"/>
          <p:cNvSpPr/>
          <p:nvPr/>
        </p:nvSpPr>
        <p:spPr>
          <a:xfrm>
            <a:off x="7471925"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164" name="Google Shape;164;p10"/>
          <p:cNvCxnSpPr/>
          <p:nvPr/>
        </p:nvCxnSpPr>
        <p:spPr>
          <a:xfrm>
            <a:off x="7454975" y="4327419"/>
            <a:ext cx="856800" cy="0"/>
          </a:xfrm>
          <a:prstGeom prst="straightConnector1">
            <a:avLst/>
          </a:prstGeom>
          <a:noFill/>
          <a:ln w="9525" cap="flat" cmpd="sng">
            <a:solidFill>
              <a:schemeClr val="accent3"/>
            </a:solidFill>
            <a:prstDash val="solid"/>
            <a:miter lim="800000"/>
            <a:headEnd type="none" w="sm" len="sm"/>
            <a:tailEnd type="none" w="sm" len="sm"/>
          </a:ln>
        </p:spPr>
      </p:cxnSp>
      <p:sp>
        <p:nvSpPr>
          <p:cNvPr id="165" name="Google Shape;165;p10"/>
          <p:cNvSpPr txBox="1">
            <a:spLocks noGrp="1"/>
          </p:cNvSpPr>
          <p:nvPr>
            <p:ph type="subTitle" idx="40"/>
          </p:nvPr>
        </p:nvSpPr>
        <p:spPr>
          <a:xfrm>
            <a:off x="7197575" y="4119822"/>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66" name="Google Shape;166;p10"/>
          <p:cNvSpPr txBox="1">
            <a:spLocks noGrp="1"/>
          </p:cNvSpPr>
          <p:nvPr>
            <p:ph type="subTitle" idx="41"/>
          </p:nvPr>
        </p:nvSpPr>
        <p:spPr>
          <a:xfrm>
            <a:off x="7197575" y="3947629"/>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000"/>
              <a:buNone/>
              <a:defRPr sz="10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67" name="Google Shape;167;p10"/>
          <p:cNvSpPr txBox="1">
            <a:spLocks noGrp="1"/>
          </p:cNvSpPr>
          <p:nvPr>
            <p:ph type="subTitle" idx="42"/>
          </p:nvPr>
        </p:nvSpPr>
        <p:spPr>
          <a:xfrm>
            <a:off x="7197575" y="4390443"/>
            <a:ext cx="1371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168" name="Google Shape;168;p10"/>
          <p:cNvSpPr>
            <a:spLocks noGrp="1"/>
          </p:cNvSpPr>
          <p:nvPr>
            <p:ph type="pic" idx="43"/>
          </p:nvPr>
        </p:nvSpPr>
        <p:spPr>
          <a:xfrm>
            <a:off x="7540475" y="3102201"/>
            <a:ext cx="685800" cy="685800"/>
          </a:xfrm>
          <a:prstGeom prst="ellipse">
            <a:avLst/>
          </a:prstGeom>
          <a:noFill/>
          <a:ln w="19050" cap="flat" cmpd="sng">
            <a:solidFill>
              <a:schemeClr val="dk1"/>
            </a:solidFill>
            <a:prstDash val="solid"/>
            <a:round/>
            <a:headEnd type="none" w="sm" len="sm"/>
            <a:tailEnd type="none" w="sm" len="sm"/>
          </a:ln>
        </p:spPr>
      </p:sp>
      <p:pic>
        <p:nvPicPr>
          <p:cNvPr id="169" name="Google Shape;169;p10"/>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am - 25 Photos">
  <p:cSld name="Title Only 1_4_1">
    <p:spTree>
      <p:nvGrpSpPr>
        <p:cNvPr id="1" name="Shape 170"/>
        <p:cNvGrpSpPr/>
        <p:nvPr/>
      </p:nvGrpSpPr>
      <p:grpSpPr>
        <a:xfrm>
          <a:off x="0" y="0"/>
          <a:ext cx="0" cy="0"/>
          <a:chOff x="0" y="0"/>
          <a:chExt cx="0" cy="0"/>
        </a:xfrm>
      </p:grpSpPr>
      <p:sp>
        <p:nvSpPr>
          <p:cNvPr id="171" name="Google Shape;171;p11"/>
          <p:cNvSpPr/>
          <p:nvPr/>
        </p:nvSpPr>
        <p:spPr>
          <a:xfrm>
            <a:off x="415613"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72" name="Google Shape;172;p11"/>
          <p:cNvSpPr/>
          <p:nvPr/>
        </p:nvSpPr>
        <p:spPr>
          <a:xfrm>
            <a:off x="2089234"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73" name="Google Shape;173;p11"/>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74" name="Google Shape;174;p11"/>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175" name="Google Shape;175;p11"/>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76" name="Google Shape;176;p11"/>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77" name="Google Shape;177;p11"/>
          <p:cNvSpPr txBox="1">
            <a:spLocks noGrp="1"/>
          </p:cNvSpPr>
          <p:nvPr>
            <p:ph type="subTitle" idx="1"/>
          </p:nvPr>
        </p:nvSpPr>
        <p:spPr>
          <a:xfrm>
            <a:off x="1042900" y="11674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78" name="Google Shape;178;p11"/>
          <p:cNvSpPr txBox="1">
            <a:spLocks noGrp="1"/>
          </p:cNvSpPr>
          <p:nvPr>
            <p:ph type="subTitle" idx="2"/>
          </p:nvPr>
        </p:nvSpPr>
        <p:spPr>
          <a:xfrm>
            <a:off x="1042900" y="10200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79" name="Google Shape;179;p11"/>
          <p:cNvSpPr txBox="1">
            <a:spLocks noGrp="1"/>
          </p:cNvSpPr>
          <p:nvPr>
            <p:ph type="subTitle" idx="3"/>
          </p:nvPr>
        </p:nvSpPr>
        <p:spPr>
          <a:xfrm>
            <a:off x="2716521" y="11674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80" name="Google Shape;180;p11"/>
          <p:cNvSpPr txBox="1">
            <a:spLocks noGrp="1"/>
          </p:cNvSpPr>
          <p:nvPr>
            <p:ph type="subTitle" idx="4"/>
          </p:nvPr>
        </p:nvSpPr>
        <p:spPr>
          <a:xfrm>
            <a:off x="2716521" y="10200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81" name="Google Shape;181;p11"/>
          <p:cNvSpPr txBox="1">
            <a:spLocks noGrp="1"/>
          </p:cNvSpPr>
          <p:nvPr>
            <p:ph type="subTitle" idx="5"/>
          </p:nvPr>
        </p:nvSpPr>
        <p:spPr>
          <a:xfrm>
            <a:off x="4390143" y="11674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82" name="Google Shape;182;p11"/>
          <p:cNvSpPr txBox="1">
            <a:spLocks noGrp="1"/>
          </p:cNvSpPr>
          <p:nvPr>
            <p:ph type="subTitle" idx="6"/>
          </p:nvPr>
        </p:nvSpPr>
        <p:spPr>
          <a:xfrm>
            <a:off x="4390143" y="10200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83" name="Google Shape;183;p11"/>
          <p:cNvSpPr txBox="1">
            <a:spLocks noGrp="1"/>
          </p:cNvSpPr>
          <p:nvPr>
            <p:ph type="subTitle" idx="7"/>
          </p:nvPr>
        </p:nvSpPr>
        <p:spPr>
          <a:xfrm>
            <a:off x="6063764" y="11674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84" name="Google Shape;184;p11"/>
          <p:cNvSpPr txBox="1">
            <a:spLocks noGrp="1"/>
          </p:cNvSpPr>
          <p:nvPr>
            <p:ph type="subTitle" idx="8"/>
          </p:nvPr>
        </p:nvSpPr>
        <p:spPr>
          <a:xfrm>
            <a:off x="6063764" y="10200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85" name="Google Shape;185;p11"/>
          <p:cNvSpPr txBox="1">
            <a:spLocks noGrp="1"/>
          </p:cNvSpPr>
          <p:nvPr>
            <p:ph type="subTitle" idx="9"/>
          </p:nvPr>
        </p:nvSpPr>
        <p:spPr>
          <a:xfrm>
            <a:off x="7737386" y="11674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86" name="Google Shape;186;p11"/>
          <p:cNvSpPr txBox="1">
            <a:spLocks noGrp="1"/>
          </p:cNvSpPr>
          <p:nvPr>
            <p:ph type="subTitle" idx="13"/>
          </p:nvPr>
        </p:nvSpPr>
        <p:spPr>
          <a:xfrm>
            <a:off x="7737386" y="10200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87" name="Google Shape;187;p11"/>
          <p:cNvSpPr/>
          <p:nvPr/>
        </p:nvSpPr>
        <p:spPr>
          <a:xfrm>
            <a:off x="3762856"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88" name="Google Shape;188;p11"/>
          <p:cNvSpPr/>
          <p:nvPr/>
        </p:nvSpPr>
        <p:spPr>
          <a:xfrm>
            <a:off x="5436477"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89" name="Google Shape;189;p11"/>
          <p:cNvSpPr/>
          <p:nvPr/>
        </p:nvSpPr>
        <p:spPr>
          <a:xfrm>
            <a:off x="7110099"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0" name="Google Shape;190;p11"/>
          <p:cNvSpPr>
            <a:spLocks noGrp="1"/>
          </p:cNvSpPr>
          <p:nvPr>
            <p:ph type="pic" idx="14"/>
          </p:nvPr>
        </p:nvSpPr>
        <p:spPr>
          <a:xfrm>
            <a:off x="461063" y="960971"/>
            <a:ext cx="457200" cy="457200"/>
          </a:xfrm>
          <a:prstGeom prst="ellipse">
            <a:avLst/>
          </a:prstGeom>
          <a:noFill/>
          <a:ln w="19050" cap="flat" cmpd="sng">
            <a:solidFill>
              <a:schemeClr val="dk1"/>
            </a:solidFill>
            <a:prstDash val="solid"/>
            <a:round/>
            <a:headEnd type="none" w="sm" len="sm"/>
            <a:tailEnd type="none" w="sm" len="sm"/>
          </a:ln>
        </p:spPr>
      </p:sp>
      <p:sp>
        <p:nvSpPr>
          <p:cNvPr id="191" name="Google Shape;191;p11"/>
          <p:cNvSpPr>
            <a:spLocks noGrp="1"/>
          </p:cNvSpPr>
          <p:nvPr>
            <p:ph type="pic" idx="15"/>
          </p:nvPr>
        </p:nvSpPr>
        <p:spPr>
          <a:xfrm>
            <a:off x="2134684" y="960971"/>
            <a:ext cx="457200" cy="457200"/>
          </a:xfrm>
          <a:prstGeom prst="ellipse">
            <a:avLst/>
          </a:prstGeom>
          <a:noFill/>
          <a:ln w="19050" cap="flat" cmpd="sng">
            <a:solidFill>
              <a:schemeClr val="dk1"/>
            </a:solidFill>
            <a:prstDash val="solid"/>
            <a:round/>
            <a:headEnd type="none" w="sm" len="sm"/>
            <a:tailEnd type="none" w="sm" len="sm"/>
          </a:ln>
        </p:spPr>
      </p:sp>
      <p:sp>
        <p:nvSpPr>
          <p:cNvPr id="192" name="Google Shape;192;p11"/>
          <p:cNvSpPr>
            <a:spLocks noGrp="1"/>
          </p:cNvSpPr>
          <p:nvPr>
            <p:ph type="pic" idx="16"/>
          </p:nvPr>
        </p:nvSpPr>
        <p:spPr>
          <a:xfrm>
            <a:off x="3808306" y="960971"/>
            <a:ext cx="457200" cy="457200"/>
          </a:xfrm>
          <a:prstGeom prst="ellipse">
            <a:avLst/>
          </a:prstGeom>
          <a:noFill/>
          <a:ln w="19050" cap="flat" cmpd="sng">
            <a:solidFill>
              <a:schemeClr val="dk1"/>
            </a:solidFill>
            <a:prstDash val="solid"/>
            <a:round/>
            <a:headEnd type="none" w="sm" len="sm"/>
            <a:tailEnd type="none" w="sm" len="sm"/>
          </a:ln>
        </p:spPr>
      </p:sp>
      <p:sp>
        <p:nvSpPr>
          <p:cNvPr id="193" name="Google Shape;193;p11"/>
          <p:cNvSpPr>
            <a:spLocks noGrp="1"/>
          </p:cNvSpPr>
          <p:nvPr>
            <p:ph type="pic" idx="17"/>
          </p:nvPr>
        </p:nvSpPr>
        <p:spPr>
          <a:xfrm>
            <a:off x="5481927" y="960971"/>
            <a:ext cx="457200" cy="457200"/>
          </a:xfrm>
          <a:prstGeom prst="ellipse">
            <a:avLst/>
          </a:prstGeom>
          <a:noFill/>
          <a:ln w="19050" cap="flat" cmpd="sng">
            <a:solidFill>
              <a:schemeClr val="dk1"/>
            </a:solidFill>
            <a:prstDash val="solid"/>
            <a:round/>
            <a:headEnd type="none" w="sm" len="sm"/>
            <a:tailEnd type="none" w="sm" len="sm"/>
          </a:ln>
        </p:spPr>
      </p:sp>
      <p:sp>
        <p:nvSpPr>
          <p:cNvPr id="194" name="Google Shape;194;p11"/>
          <p:cNvSpPr>
            <a:spLocks noGrp="1"/>
          </p:cNvSpPr>
          <p:nvPr>
            <p:ph type="pic" idx="18"/>
          </p:nvPr>
        </p:nvSpPr>
        <p:spPr>
          <a:xfrm>
            <a:off x="7155549" y="960971"/>
            <a:ext cx="457200" cy="457200"/>
          </a:xfrm>
          <a:prstGeom prst="ellipse">
            <a:avLst/>
          </a:prstGeom>
          <a:noFill/>
          <a:ln w="19050" cap="flat" cmpd="sng">
            <a:solidFill>
              <a:schemeClr val="dk1"/>
            </a:solidFill>
            <a:prstDash val="solid"/>
            <a:round/>
            <a:headEnd type="none" w="sm" len="sm"/>
            <a:tailEnd type="none" w="sm" len="sm"/>
          </a:ln>
        </p:spPr>
      </p:sp>
      <p:sp>
        <p:nvSpPr>
          <p:cNvPr id="195" name="Google Shape;195;p11"/>
          <p:cNvSpPr/>
          <p:nvPr/>
        </p:nvSpPr>
        <p:spPr>
          <a:xfrm>
            <a:off x="415613"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6" name="Google Shape;196;p11"/>
          <p:cNvSpPr/>
          <p:nvPr/>
        </p:nvSpPr>
        <p:spPr>
          <a:xfrm>
            <a:off x="2089234"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7" name="Google Shape;197;p11"/>
          <p:cNvSpPr txBox="1">
            <a:spLocks noGrp="1"/>
          </p:cNvSpPr>
          <p:nvPr>
            <p:ph type="subTitle" idx="19"/>
          </p:nvPr>
        </p:nvSpPr>
        <p:spPr>
          <a:xfrm>
            <a:off x="1042900" y="19812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198" name="Google Shape;198;p11"/>
          <p:cNvSpPr txBox="1">
            <a:spLocks noGrp="1"/>
          </p:cNvSpPr>
          <p:nvPr>
            <p:ph type="subTitle" idx="20"/>
          </p:nvPr>
        </p:nvSpPr>
        <p:spPr>
          <a:xfrm>
            <a:off x="1042900" y="18339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199" name="Google Shape;199;p11"/>
          <p:cNvSpPr txBox="1">
            <a:spLocks noGrp="1"/>
          </p:cNvSpPr>
          <p:nvPr>
            <p:ph type="subTitle" idx="21"/>
          </p:nvPr>
        </p:nvSpPr>
        <p:spPr>
          <a:xfrm>
            <a:off x="2716521" y="19812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00" name="Google Shape;200;p11"/>
          <p:cNvSpPr txBox="1">
            <a:spLocks noGrp="1"/>
          </p:cNvSpPr>
          <p:nvPr>
            <p:ph type="subTitle" idx="22"/>
          </p:nvPr>
        </p:nvSpPr>
        <p:spPr>
          <a:xfrm>
            <a:off x="2716521" y="18339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01" name="Google Shape;201;p11"/>
          <p:cNvSpPr txBox="1">
            <a:spLocks noGrp="1"/>
          </p:cNvSpPr>
          <p:nvPr>
            <p:ph type="subTitle" idx="23"/>
          </p:nvPr>
        </p:nvSpPr>
        <p:spPr>
          <a:xfrm>
            <a:off x="4390143" y="19812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02" name="Google Shape;202;p11"/>
          <p:cNvSpPr txBox="1">
            <a:spLocks noGrp="1"/>
          </p:cNvSpPr>
          <p:nvPr>
            <p:ph type="subTitle" idx="24"/>
          </p:nvPr>
        </p:nvSpPr>
        <p:spPr>
          <a:xfrm>
            <a:off x="4390143" y="18339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03" name="Google Shape;203;p11"/>
          <p:cNvSpPr txBox="1">
            <a:spLocks noGrp="1"/>
          </p:cNvSpPr>
          <p:nvPr>
            <p:ph type="subTitle" idx="25"/>
          </p:nvPr>
        </p:nvSpPr>
        <p:spPr>
          <a:xfrm>
            <a:off x="6063764" y="19812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04" name="Google Shape;204;p11"/>
          <p:cNvSpPr txBox="1">
            <a:spLocks noGrp="1"/>
          </p:cNvSpPr>
          <p:nvPr>
            <p:ph type="subTitle" idx="26"/>
          </p:nvPr>
        </p:nvSpPr>
        <p:spPr>
          <a:xfrm>
            <a:off x="6063764" y="18339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05" name="Google Shape;205;p11"/>
          <p:cNvSpPr txBox="1">
            <a:spLocks noGrp="1"/>
          </p:cNvSpPr>
          <p:nvPr>
            <p:ph type="subTitle" idx="27"/>
          </p:nvPr>
        </p:nvSpPr>
        <p:spPr>
          <a:xfrm>
            <a:off x="7737386" y="19812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06" name="Google Shape;206;p11"/>
          <p:cNvSpPr txBox="1">
            <a:spLocks noGrp="1"/>
          </p:cNvSpPr>
          <p:nvPr>
            <p:ph type="subTitle" idx="28"/>
          </p:nvPr>
        </p:nvSpPr>
        <p:spPr>
          <a:xfrm>
            <a:off x="7737386" y="18339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07" name="Google Shape;207;p11"/>
          <p:cNvSpPr/>
          <p:nvPr/>
        </p:nvSpPr>
        <p:spPr>
          <a:xfrm>
            <a:off x="3762856"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08" name="Google Shape;208;p11"/>
          <p:cNvSpPr/>
          <p:nvPr/>
        </p:nvSpPr>
        <p:spPr>
          <a:xfrm>
            <a:off x="5436477"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09" name="Google Shape;209;p11"/>
          <p:cNvSpPr/>
          <p:nvPr/>
        </p:nvSpPr>
        <p:spPr>
          <a:xfrm>
            <a:off x="7110099"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0" name="Google Shape;210;p11"/>
          <p:cNvSpPr>
            <a:spLocks noGrp="1"/>
          </p:cNvSpPr>
          <p:nvPr>
            <p:ph type="pic" idx="29"/>
          </p:nvPr>
        </p:nvSpPr>
        <p:spPr>
          <a:xfrm>
            <a:off x="461063" y="1774821"/>
            <a:ext cx="457200" cy="457200"/>
          </a:xfrm>
          <a:prstGeom prst="ellipse">
            <a:avLst/>
          </a:prstGeom>
          <a:noFill/>
          <a:ln w="19050" cap="flat" cmpd="sng">
            <a:solidFill>
              <a:schemeClr val="dk1"/>
            </a:solidFill>
            <a:prstDash val="solid"/>
            <a:round/>
            <a:headEnd type="none" w="sm" len="sm"/>
            <a:tailEnd type="none" w="sm" len="sm"/>
          </a:ln>
        </p:spPr>
      </p:sp>
      <p:sp>
        <p:nvSpPr>
          <p:cNvPr id="211" name="Google Shape;211;p11"/>
          <p:cNvSpPr>
            <a:spLocks noGrp="1"/>
          </p:cNvSpPr>
          <p:nvPr>
            <p:ph type="pic" idx="30"/>
          </p:nvPr>
        </p:nvSpPr>
        <p:spPr>
          <a:xfrm>
            <a:off x="2134684" y="1774821"/>
            <a:ext cx="457200" cy="457200"/>
          </a:xfrm>
          <a:prstGeom prst="ellipse">
            <a:avLst/>
          </a:prstGeom>
          <a:noFill/>
          <a:ln w="19050" cap="flat" cmpd="sng">
            <a:solidFill>
              <a:schemeClr val="dk1"/>
            </a:solidFill>
            <a:prstDash val="solid"/>
            <a:round/>
            <a:headEnd type="none" w="sm" len="sm"/>
            <a:tailEnd type="none" w="sm" len="sm"/>
          </a:ln>
        </p:spPr>
      </p:sp>
      <p:sp>
        <p:nvSpPr>
          <p:cNvPr id="212" name="Google Shape;212;p11"/>
          <p:cNvSpPr>
            <a:spLocks noGrp="1"/>
          </p:cNvSpPr>
          <p:nvPr>
            <p:ph type="pic" idx="31"/>
          </p:nvPr>
        </p:nvSpPr>
        <p:spPr>
          <a:xfrm>
            <a:off x="3808306" y="1774821"/>
            <a:ext cx="457200" cy="457200"/>
          </a:xfrm>
          <a:prstGeom prst="ellipse">
            <a:avLst/>
          </a:prstGeom>
          <a:noFill/>
          <a:ln w="19050" cap="flat" cmpd="sng">
            <a:solidFill>
              <a:schemeClr val="dk1"/>
            </a:solidFill>
            <a:prstDash val="solid"/>
            <a:round/>
            <a:headEnd type="none" w="sm" len="sm"/>
            <a:tailEnd type="none" w="sm" len="sm"/>
          </a:ln>
        </p:spPr>
      </p:sp>
      <p:sp>
        <p:nvSpPr>
          <p:cNvPr id="213" name="Google Shape;213;p11"/>
          <p:cNvSpPr>
            <a:spLocks noGrp="1"/>
          </p:cNvSpPr>
          <p:nvPr>
            <p:ph type="pic" idx="32"/>
          </p:nvPr>
        </p:nvSpPr>
        <p:spPr>
          <a:xfrm>
            <a:off x="5481927" y="1774821"/>
            <a:ext cx="457200" cy="457200"/>
          </a:xfrm>
          <a:prstGeom prst="ellipse">
            <a:avLst/>
          </a:prstGeom>
          <a:noFill/>
          <a:ln w="19050" cap="flat" cmpd="sng">
            <a:solidFill>
              <a:schemeClr val="dk1"/>
            </a:solidFill>
            <a:prstDash val="solid"/>
            <a:round/>
            <a:headEnd type="none" w="sm" len="sm"/>
            <a:tailEnd type="none" w="sm" len="sm"/>
          </a:ln>
        </p:spPr>
      </p:sp>
      <p:sp>
        <p:nvSpPr>
          <p:cNvPr id="214" name="Google Shape;214;p11"/>
          <p:cNvSpPr>
            <a:spLocks noGrp="1"/>
          </p:cNvSpPr>
          <p:nvPr>
            <p:ph type="pic" idx="33"/>
          </p:nvPr>
        </p:nvSpPr>
        <p:spPr>
          <a:xfrm>
            <a:off x="7155549" y="1774821"/>
            <a:ext cx="457200" cy="457200"/>
          </a:xfrm>
          <a:prstGeom prst="ellipse">
            <a:avLst/>
          </a:prstGeom>
          <a:noFill/>
          <a:ln w="19050" cap="flat" cmpd="sng">
            <a:solidFill>
              <a:schemeClr val="dk1"/>
            </a:solidFill>
            <a:prstDash val="solid"/>
            <a:round/>
            <a:headEnd type="none" w="sm" len="sm"/>
            <a:tailEnd type="none" w="sm" len="sm"/>
          </a:ln>
        </p:spPr>
      </p:sp>
      <p:sp>
        <p:nvSpPr>
          <p:cNvPr id="215" name="Google Shape;215;p11"/>
          <p:cNvSpPr/>
          <p:nvPr/>
        </p:nvSpPr>
        <p:spPr>
          <a:xfrm>
            <a:off x="415613"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6" name="Google Shape;216;p11"/>
          <p:cNvSpPr/>
          <p:nvPr/>
        </p:nvSpPr>
        <p:spPr>
          <a:xfrm>
            <a:off x="2089234"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7" name="Google Shape;217;p11"/>
          <p:cNvSpPr txBox="1">
            <a:spLocks noGrp="1"/>
          </p:cNvSpPr>
          <p:nvPr>
            <p:ph type="subTitle" idx="34"/>
          </p:nvPr>
        </p:nvSpPr>
        <p:spPr>
          <a:xfrm>
            <a:off x="1042900" y="27951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18" name="Google Shape;218;p11"/>
          <p:cNvSpPr txBox="1">
            <a:spLocks noGrp="1"/>
          </p:cNvSpPr>
          <p:nvPr>
            <p:ph type="subTitle" idx="35"/>
          </p:nvPr>
        </p:nvSpPr>
        <p:spPr>
          <a:xfrm>
            <a:off x="1042900" y="26477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19" name="Google Shape;219;p11"/>
          <p:cNvSpPr txBox="1">
            <a:spLocks noGrp="1"/>
          </p:cNvSpPr>
          <p:nvPr>
            <p:ph type="subTitle" idx="36"/>
          </p:nvPr>
        </p:nvSpPr>
        <p:spPr>
          <a:xfrm>
            <a:off x="2716521" y="27951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20" name="Google Shape;220;p11"/>
          <p:cNvSpPr txBox="1">
            <a:spLocks noGrp="1"/>
          </p:cNvSpPr>
          <p:nvPr>
            <p:ph type="subTitle" idx="37"/>
          </p:nvPr>
        </p:nvSpPr>
        <p:spPr>
          <a:xfrm>
            <a:off x="2716521" y="26477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21" name="Google Shape;221;p11"/>
          <p:cNvSpPr txBox="1">
            <a:spLocks noGrp="1"/>
          </p:cNvSpPr>
          <p:nvPr>
            <p:ph type="subTitle" idx="38"/>
          </p:nvPr>
        </p:nvSpPr>
        <p:spPr>
          <a:xfrm>
            <a:off x="4390143" y="27951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22" name="Google Shape;222;p11"/>
          <p:cNvSpPr txBox="1">
            <a:spLocks noGrp="1"/>
          </p:cNvSpPr>
          <p:nvPr>
            <p:ph type="subTitle" idx="39"/>
          </p:nvPr>
        </p:nvSpPr>
        <p:spPr>
          <a:xfrm>
            <a:off x="4390143" y="26477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23" name="Google Shape;223;p11"/>
          <p:cNvSpPr txBox="1">
            <a:spLocks noGrp="1"/>
          </p:cNvSpPr>
          <p:nvPr>
            <p:ph type="subTitle" idx="40"/>
          </p:nvPr>
        </p:nvSpPr>
        <p:spPr>
          <a:xfrm>
            <a:off x="6063764" y="27951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24" name="Google Shape;224;p11"/>
          <p:cNvSpPr txBox="1">
            <a:spLocks noGrp="1"/>
          </p:cNvSpPr>
          <p:nvPr>
            <p:ph type="subTitle" idx="41"/>
          </p:nvPr>
        </p:nvSpPr>
        <p:spPr>
          <a:xfrm>
            <a:off x="6063764" y="26477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25" name="Google Shape;225;p11"/>
          <p:cNvSpPr txBox="1">
            <a:spLocks noGrp="1"/>
          </p:cNvSpPr>
          <p:nvPr>
            <p:ph type="subTitle" idx="42"/>
          </p:nvPr>
        </p:nvSpPr>
        <p:spPr>
          <a:xfrm>
            <a:off x="7737386" y="27951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26" name="Google Shape;226;p11"/>
          <p:cNvSpPr txBox="1">
            <a:spLocks noGrp="1"/>
          </p:cNvSpPr>
          <p:nvPr>
            <p:ph type="subTitle" idx="43"/>
          </p:nvPr>
        </p:nvSpPr>
        <p:spPr>
          <a:xfrm>
            <a:off x="7737386" y="26477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27" name="Google Shape;227;p11"/>
          <p:cNvSpPr/>
          <p:nvPr/>
        </p:nvSpPr>
        <p:spPr>
          <a:xfrm>
            <a:off x="3762856"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8" name="Google Shape;228;p11"/>
          <p:cNvSpPr/>
          <p:nvPr/>
        </p:nvSpPr>
        <p:spPr>
          <a:xfrm>
            <a:off x="5436477"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9" name="Google Shape;229;p11"/>
          <p:cNvSpPr/>
          <p:nvPr/>
        </p:nvSpPr>
        <p:spPr>
          <a:xfrm>
            <a:off x="7110099"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30" name="Google Shape;230;p11"/>
          <p:cNvSpPr>
            <a:spLocks noGrp="1"/>
          </p:cNvSpPr>
          <p:nvPr>
            <p:ph type="pic" idx="44"/>
          </p:nvPr>
        </p:nvSpPr>
        <p:spPr>
          <a:xfrm>
            <a:off x="461063" y="2588671"/>
            <a:ext cx="457200" cy="457200"/>
          </a:xfrm>
          <a:prstGeom prst="ellipse">
            <a:avLst/>
          </a:prstGeom>
          <a:noFill/>
          <a:ln w="19050" cap="flat" cmpd="sng">
            <a:solidFill>
              <a:schemeClr val="dk1"/>
            </a:solidFill>
            <a:prstDash val="solid"/>
            <a:round/>
            <a:headEnd type="none" w="sm" len="sm"/>
            <a:tailEnd type="none" w="sm" len="sm"/>
          </a:ln>
        </p:spPr>
      </p:sp>
      <p:sp>
        <p:nvSpPr>
          <p:cNvPr id="231" name="Google Shape;231;p11"/>
          <p:cNvSpPr>
            <a:spLocks noGrp="1"/>
          </p:cNvSpPr>
          <p:nvPr>
            <p:ph type="pic" idx="45"/>
          </p:nvPr>
        </p:nvSpPr>
        <p:spPr>
          <a:xfrm>
            <a:off x="2134684" y="2588671"/>
            <a:ext cx="457200" cy="457200"/>
          </a:xfrm>
          <a:prstGeom prst="ellipse">
            <a:avLst/>
          </a:prstGeom>
          <a:noFill/>
          <a:ln w="19050" cap="flat" cmpd="sng">
            <a:solidFill>
              <a:schemeClr val="dk1"/>
            </a:solidFill>
            <a:prstDash val="solid"/>
            <a:round/>
            <a:headEnd type="none" w="sm" len="sm"/>
            <a:tailEnd type="none" w="sm" len="sm"/>
          </a:ln>
        </p:spPr>
      </p:sp>
      <p:sp>
        <p:nvSpPr>
          <p:cNvPr id="232" name="Google Shape;232;p11"/>
          <p:cNvSpPr>
            <a:spLocks noGrp="1"/>
          </p:cNvSpPr>
          <p:nvPr>
            <p:ph type="pic" idx="46"/>
          </p:nvPr>
        </p:nvSpPr>
        <p:spPr>
          <a:xfrm>
            <a:off x="3808306" y="2588671"/>
            <a:ext cx="457200" cy="457200"/>
          </a:xfrm>
          <a:prstGeom prst="ellipse">
            <a:avLst/>
          </a:prstGeom>
          <a:noFill/>
          <a:ln w="19050" cap="flat" cmpd="sng">
            <a:solidFill>
              <a:schemeClr val="dk1"/>
            </a:solidFill>
            <a:prstDash val="solid"/>
            <a:round/>
            <a:headEnd type="none" w="sm" len="sm"/>
            <a:tailEnd type="none" w="sm" len="sm"/>
          </a:ln>
        </p:spPr>
      </p:sp>
      <p:sp>
        <p:nvSpPr>
          <p:cNvPr id="233" name="Google Shape;233;p11"/>
          <p:cNvSpPr>
            <a:spLocks noGrp="1"/>
          </p:cNvSpPr>
          <p:nvPr>
            <p:ph type="pic" idx="47"/>
          </p:nvPr>
        </p:nvSpPr>
        <p:spPr>
          <a:xfrm>
            <a:off x="5481927" y="2588671"/>
            <a:ext cx="457200" cy="457200"/>
          </a:xfrm>
          <a:prstGeom prst="ellipse">
            <a:avLst/>
          </a:prstGeom>
          <a:noFill/>
          <a:ln w="19050" cap="flat" cmpd="sng">
            <a:solidFill>
              <a:schemeClr val="dk1"/>
            </a:solidFill>
            <a:prstDash val="solid"/>
            <a:round/>
            <a:headEnd type="none" w="sm" len="sm"/>
            <a:tailEnd type="none" w="sm" len="sm"/>
          </a:ln>
        </p:spPr>
      </p:sp>
      <p:sp>
        <p:nvSpPr>
          <p:cNvPr id="234" name="Google Shape;234;p11"/>
          <p:cNvSpPr>
            <a:spLocks noGrp="1"/>
          </p:cNvSpPr>
          <p:nvPr>
            <p:ph type="pic" idx="48"/>
          </p:nvPr>
        </p:nvSpPr>
        <p:spPr>
          <a:xfrm>
            <a:off x="7155549" y="2588671"/>
            <a:ext cx="457200" cy="457200"/>
          </a:xfrm>
          <a:prstGeom prst="ellipse">
            <a:avLst/>
          </a:prstGeom>
          <a:noFill/>
          <a:ln w="19050" cap="flat" cmpd="sng">
            <a:solidFill>
              <a:schemeClr val="dk1"/>
            </a:solidFill>
            <a:prstDash val="solid"/>
            <a:round/>
            <a:headEnd type="none" w="sm" len="sm"/>
            <a:tailEnd type="none" w="sm" len="sm"/>
          </a:ln>
        </p:spPr>
      </p:sp>
      <p:sp>
        <p:nvSpPr>
          <p:cNvPr id="235" name="Google Shape;235;p11"/>
          <p:cNvSpPr/>
          <p:nvPr/>
        </p:nvSpPr>
        <p:spPr>
          <a:xfrm>
            <a:off x="415613"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36" name="Google Shape;236;p11"/>
          <p:cNvSpPr/>
          <p:nvPr/>
        </p:nvSpPr>
        <p:spPr>
          <a:xfrm>
            <a:off x="2089234"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37" name="Google Shape;237;p11"/>
          <p:cNvSpPr txBox="1">
            <a:spLocks noGrp="1"/>
          </p:cNvSpPr>
          <p:nvPr>
            <p:ph type="subTitle" idx="49"/>
          </p:nvPr>
        </p:nvSpPr>
        <p:spPr>
          <a:xfrm>
            <a:off x="1042900" y="36089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38" name="Google Shape;238;p11"/>
          <p:cNvSpPr txBox="1">
            <a:spLocks noGrp="1"/>
          </p:cNvSpPr>
          <p:nvPr>
            <p:ph type="subTitle" idx="50"/>
          </p:nvPr>
        </p:nvSpPr>
        <p:spPr>
          <a:xfrm>
            <a:off x="1042900" y="34616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39" name="Google Shape;239;p11"/>
          <p:cNvSpPr txBox="1">
            <a:spLocks noGrp="1"/>
          </p:cNvSpPr>
          <p:nvPr>
            <p:ph type="subTitle" idx="51"/>
          </p:nvPr>
        </p:nvSpPr>
        <p:spPr>
          <a:xfrm>
            <a:off x="2716521" y="36089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40" name="Google Shape;240;p11"/>
          <p:cNvSpPr txBox="1">
            <a:spLocks noGrp="1"/>
          </p:cNvSpPr>
          <p:nvPr>
            <p:ph type="subTitle" idx="52"/>
          </p:nvPr>
        </p:nvSpPr>
        <p:spPr>
          <a:xfrm>
            <a:off x="2716521" y="34616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41" name="Google Shape;241;p11"/>
          <p:cNvSpPr txBox="1">
            <a:spLocks noGrp="1"/>
          </p:cNvSpPr>
          <p:nvPr>
            <p:ph type="subTitle" idx="53"/>
          </p:nvPr>
        </p:nvSpPr>
        <p:spPr>
          <a:xfrm>
            <a:off x="4390143" y="36089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42" name="Google Shape;242;p11"/>
          <p:cNvSpPr txBox="1">
            <a:spLocks noGrp="1"/>
          </p:cNvSpPr>
          <p:nvPr>
            <p:ph type="subTitle" idx="54"/>
          </p:nvPr>
        </p:nvSpPr>
        <p:spPr>
          <a:xfrm>
            <a:off x="4390143" y="34616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43" name="Google Shape;243;p11"/>
          <p:cNvSpPr txBox="1">
            <a:spLocks noGrp="1"/>
          </p:cNvSpPr>
          <p:nvPr>
            <p:ph type="subTitle" idx="55"/>
          </p:nvPr>
        </p:nvSpPr>
        <p:spPr>
          <a:xfrm>
            <a:off x="6063764" y="36089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44" name="Google Shape;244;p11"/>
          <p:cNvSpPr txBox="1">
            <a:spLocks noGrp="1"/>
          </p:cNvSpPr>
          <p:nvPr>
            <p:ph type="subTitle" idx="56"/>
          </p:nvPr>
        </p:nvSpPr>
        <p:spPr>
          <a:xfrm>
            <a:off x="6063764" y="34616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45" name="Google Shape;245;p11"/>
          <p:cNvSpPr txBox="1">
            <a:spLocks noGrp="1"/>
          </p:cNvSpPr>
          <p:nvPr>
            <p:ph type="subTitle" idx="57"/>
          </p:nvPr>
        </p:nvSpPr>
        <p:spPr>
          <a:xfrm>
            <a:off x="7737386" y="360899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46" name="Google Shape;246;p11"/>
          <p:cNvSpPr txBox="1">
            <a:spLocks noGrp="1"/>
          </p:cNvSpPr>
          <p:nvPr>
            <p:ph type="subTitle" idx="58"/>
          </p:nvPr>
        </p:nvSpPr>
        <p:spPr>
          <a:xfrm>
            <a:off x="7737386" y="346162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47" name="Google Shape;247;p11"/>
          <p:cNvSpPr/>
          <p:nvPr/>
        </p:nvSpPr>
        <p:spPr>
          <a:xfrm>
            <a:off x="3762856"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48" name="Google Shape;248;p11"/>
          <p:cNvSpPr/>
          <p:nvPr/>
        </p:nvSpPr>
        <p:spPr>
          <a:xfrm>
            <a:off x="5436477"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49" name="Google Shape;249;p11"/>
          <p:cNvSpPr/>
          <p:nvPr/>
        </p:nvSpPr>
        <p:spPr>
          <a:xfrm>
            <a:off x="7110099"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50" name="Google Shape;250;p11"/>
          <p:cNvSpPr>
            <a:spLocks noGrp="1"/>
          </p:cNvSpPr>
          <p:nvPr>
            <p:ph type="pic" idx="59"/>
          </p:nvPr>
        </p:nvSpPr>
        <p:spPr>
          <a:xfrm>
            <a:off x="461063" y="3402521"/>
            <a:ext cx="457200" cy="457200"/>
          </a:xfrm>
          <a:prstGeom prst="ellipse">
            <a:avLst/>
          </a:prstGeom>
          <a:noFill/>
          <a:ln w="19050" cap="flat" cmpd="sng">
            <a:solidFill>
              <a:schemeClr val="dk1"/>
            </a:solidFill>
            <a:prstDash val="solid"/>
            <a:round/>
            <a:headEnd type="none" w="sm" len="sm"/>
            <a:tailEnd type="none" w="sm" len="sm"/>
          </a:ln>
        </p:spPr>
      </p:sp>
      <p:sp>
        <p:nvSpPr>
          <p:cNvPr id="251" name="Google Shape;251;p11"/>
          <p:cNvSpPr>
            <a:spLocks noGrp="1"/>
          </p:cNvSpPr>
          <p:nvPr>
            <p:ph type="pic" idx="60"/>
          </p:nvPr>
        </p:nvSpPr>
        <p:spPr>
          <a:xfrm>
            <a:off x="2134684" y="3402521"/>
            <a:ext cx="457200" cy="457200"/>
          </a:xfrm>
          <a:prstGeom prst="ellipse">
            <a:avLst/>
          </a:prstGeom>
          <a:noFill/>
          <a:ln w="19050" cap="flat" cmpd="sng">
            <a:solidFill>
              <a:schemeClr val="dk1"/>
            </a:solidFill>
            <a:prstDash val="solid"/>
            <a:round/>
            <a:headEnd type="none" w="sm" len="sm"/>
            <a:tailEnd type="none" w="sm" len="sm"/>
          </a:ln>
        </p:spPr>
      </p:sp>
      <p:sp>
        <p:nvSpPr>
          <p:cNvPr id="252" name="Google Shape;252;p11"/>
          <p:cNvSpPr>
            <a:spLocks noGrp="1"/>
          </p:cNvSpPr>
          <p:nvPr>
            <p:ph type="pic" idx="61"/>
          </p:nvPr>
        </p:nvSpPr>
        <p:spPr>
          <a:xfrm>
            <a:off x="3808306" y="3402521"/>
            <a:ext cx="457200" cy="457200"/>
          </a:xfrm>
          <a:prstGeom prst="ellipse">
            <a:avLst/>
          </a:prstGeom>
          <a:noFill/>
          <a:ln w="19050" cap="flat" cmpd="sng">
            <a:solidFill>
              <a:schemeClr val="dk1"/>
            </a:solidFill>
            <a:prstDash val="solid"/>
            <a:round/>
            <a:headEnd type="none" w="sm" len="sm"/>
            <a:tailEnd type="none" w="sm" len="sm"/>
          </a:ln>
        </p:spPr>
      </p:sp>
      <p:sp>
        <p:nvSpPr>
          <p:cNvPr id="253" name="Google Shape;253;p11"/>
          <p:cNvSpPr>
            <a:spLocks noGrp="1"/>
          </p:cNvSpPr>
          <p:nvPr>
            <p:ph type="pic" idx="62"/>
          </p:nvPr>
        </p:nvSpPr>
        <p:spPr>
          <a:xfrm>
            <a:off x="5481927" y="3402521"/>
            <a:ext cx="457200" cy="457200"/>
          </a:xfrm>
          <a:prstGeom prst="ellipse">
            <a:avLst/>
          </a:prstGeom>
          <a:noFill/>
          <a:ln w="19050" cap="flat" cmpd="sng">
            <a:solidFill>
              <a:schemeClr val="dk1"/>
            </a:solidFill>
            <a:prstDash val="solid"/>
            <a:round/>
            <a:headEnd type="none" w="sm" len="sm"/>
            <a:tailEnd type="none" w="sm" len="sm"/>
          </a:ln>
        </p:spPr>
      </p:sp>
      <p:sp>
        <p:nvSpPr>
          <p:cNvPr id="254" name="Google Shape;254;p11"/>
          <p:cNvSpPr>
            <a:spLocks noGrp="1"/>
          </p:cNvSpPr>
          <p:nvPr>
            <p:ph type="pic" idx="63"/>
          </p:nvPr>
        </p:nvSpPr>
        <p:spPr>
          <a:xfrm>
            <a:off x="7155549" y="3402521"/>
            <a:ext cx="457200" cy="457200"/>
          </a:xfrm>
          <a:prstGeom prst="ellipse">
            <a:avLst/>
          </a:prstGeom>
          <a:noFill/>
          <a:ln w="19050" cap="flat" cmpd="sng">
            <a:solidFill>
              <a:schemeClr val="dk1"/>
            </a:solidFill>
            <a:prstDash val="solid"/>
            <a:round/>
            <a:headEnd type="none" w="sm" len="sm"/>
            <a:tailEnd type="none" w="sm" len="sm"/>
          </a:ln>
        </p:spPr>
      </p:sp>
      <p:sp>
        <p:nvSpPr>
          <p:cNvPr id="255" name="Google Shape;255;p11"/>
          <p:cNvSpPr/>
          <p:nvPr/>
        </p:nvSpPr>
        <p:spPr>
          <a:xfrm>
            <a:off x="415613"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56" name="Google Shape;256;p11"/>
          <p:cNvSpPr/>
          <p:nvPr/>
        </p:nvSpPr>
        <p:spPr>
          <a:xfrm>
            <a:off x="2089234"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57" name="Google Shape;257;p11"/>
          <p:cNvSpPr txBox="1">
            <a:spLocks noGrp="1"/>
          </p:cNvSpPr>
          <p:nvPr>
            <p:ph type="subTitle" idx="64"/>
          </p:nvPr>
        </p:nvSpPr>
        <p:spPr>
          <a:xfrm>
            <a:off x="1042900" y="44228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58" name="Google Shape;258;p11"/>
          <p:cNvSpPr txBox="1">
            <a:spLocks noGrp="1"/>
          </p:cNvSpPr>
          <p:nvPr>
            <p:ph type="subTitle" idx="65"/>
          </p:nvPr>
        </p:nvSpPr>
        <p:spPr>
          <a:xfrm>
            <a:off x="1042900" y="42754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59" name="Google Shape;259;p11"/>
          <p:cNvSpPr txBox="1">
            <a:spLocks noGrp="1"/>
          </p:cNvSpPr>
          <p:nvPr>
            <p:ph type="subTitle" idx="66"/>
          </p:nvPr>
        </p:nvSpPr>
        <p:spPr>
          <a:xfrm>
            <a:off x="2716521" y="44228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60" name="Google Shape;260;p11"/>
          <p:cNvSpPr txBox="1">
            <a:spLocks noGrp="1"/>
          </p:cNvSpPr>
          <p:nvPr>
            <p:ph type="subTitle" idx="67"/>
          </p:nvPr>
        </p:nvSpPr>
        <p:spPr>
          <a:xfrm>
            <a:off x="2716521" y="42754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61" name="Google Shape;261;p11"/>
          <p:cNvSpPr txBox="1">
            <a:spLocks noGrp="1"/>
          </p:cNvSpPr>
          <p:nvPr>
            <p:ph type="subTitle" idx="68"/>
          </p:nvPr>
        </p:nvSpPr>
        <p:spPr>
          <a:xfrm>
            <a:off x="4390143" y="44228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62" name="Google Shape;262;p11"/>
          <p:cNvSpPr txBox="1">
            <a:spLocks noGrp="1"/>
          </p:cNvSpPr>
          <p:nvPr>
            <p:ph type="subTitle" idx="69"/>
          </p:nvPr>
        </p:nvSpPr>
        <p:spPr>
          <a:xfrm>
            <a:off x="4390143" y="42754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63" name="Google Shape;263;p11"/>
          <p:cNvSpPr txBox="1">
            <a:spLocks noGrp="1"/>
          </p:cNvSpPr>
          <p:nvPr>
            <p:ph type="subTitle" idx="70"/>
          </p:nvPr>
        </p:nvSpPr>
        <p:spPr>
          <a:xfrm>
            <a:off x="6063764" y="4422841"/>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64" name="Google Shape;264;p11"/>
          <p:cNvSpPr txBox="1">
            <a:spLocks noGrp="1"/>
          </p:cNvSpPr>
          <p:nvPr>
            <p:ph type="subTitle" idx="71"/>
          </p:nvPr>
        </p:nvSpPr>
        <p:spPr>
          <a:xfrm>
            <a:off x="6063764" y="42754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65" name="Google Shape;265;p11"/>
          <p:cNvSpPr txBox="1">
            <a:spLocks noGrp="1"/>
          </p:cNvSpPr>
          <p:nvPr>
            <p:ph type="subTitle" idx="72"/>
          </p:nvPr>
        </p:nvSpPr>
        <p:spPr>
          <a:xfrm>
            <a:off x="7737386" y="4422841"/>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dk1"/>
              </a:buClr>
              <a:buSzPts val="800"/>
              <a:buNone/>
              <a:defRPr sz="800">
                <a:solidFill>
                  <a:schemeClr val="dk1"/>
                </a:solidFill>
              </a:defRPr>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66" name="Google Shape;266;p11"/>
          <p:cNvSpPr txBox="1">
            <a:spLocks noGrp="1"/>
          </p:cNvSpPr>
          <p:nvPr>
            <p:ph type="subTitle" idx="73"/>
          </p:nvPr>
        </p:nvSpPr>
        <p:spPr>
          <a:xfrm>
            <a:off x="7737386" y="4275477"/>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267" name="Google Shape;267;p11"/>
          <p:cNvSpPr/>
          <p:nvPr/>
        </p:nvSpPr>
        <p:spPr>
          <a:xfrm>
            <a:off x="3762856"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68" name="Google Shape;268;p11"/>
          <p:cNvSpPr/>
          <p:nvPr/>
        </p:nvSpPr>
        <p:spPr>
          <a:xfrm>
            <a:off x="5436477"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69" name="Google Shape;269;p11"/>
          <p:cNvSpPr/>
          <p:nvPr/>
        </p:nvSpPr>
        <p:spPr>
          <a:xfrm>
            <a:off x="7110099"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70" name="Google Shape;270;p11"/>
          <p:cNvSpPr>
            <a:spLocks noGrp="1"/>
          </p:cNvSpPr>
          <p:nvPr>
            <p:ph type="pic" idx="74"/>
          </p:nvPr>
        </p:nvSpPr>
        <p:spPr>
          <a:xfrm>
            <a:off x="461063" y="4216371"/>
            <a:ext cx="457200" cy="457200"/>
          </a:xfrm>
          <a:prstGeom prst="ellipse">
            <a:avLst/>
          </a:prstGeom>
          <a:noFill/>
          <a:ln w="19050" cap="flat" cmpd="sng">
            <a:solidFill>
              <a:schemeClr val="dk1"/>
            </a:solidFill>
            <a:prstDash val="solid"/>
            <a:round/>
            <a:headEnd type="none" w="sm" len="sm"/>
            <a:tailEnd type="none" w="sm" len="sm"/>
          </a:ln>
        </p:spPr>
      </p:sp>
      <p:sp>
        <p:nvSpPr>
          <p:cNvPr id="271" name="Google Shape;271;p11"/>
          <p:cNvSpPr>
            <a:spLocks noGrp="1"/>
          </p:cNvSpPr>
          <p:nvPr>
            <p:ph type="pic" idx="75"/>
          </p:nvPr>
        </p:nvSpPr>
        <p:spPr>
          <a:xfrm>
            <a:off x="2134684" y="4216371"/>
            <a:ext cx="457200" cy="457200"/>
          </a:xfrm>
          <a:prstGeom prst="ellipse">
            <a:avLst/>
          </a:prstGeom>
          <a:noFill/>
          <a:ln w="19050" cap="flat" cmpd="sng">
            <a:solidFill>
              <a:schemeClr val="dk1"/>
            </a:solidFill>
            <a:prstDash val="solid"/>
            <a:round/>
            <a:headEnd type="none" w="sm" len="sm"/>
            <a:tailEnd type="none" w="sm" len="sm"/>
          </a:ln>
        </p:spPr>
      </p:sp>
      <p:sp>
        <p:nvSpPr>
          <p:cNvPr id="272" name="Google Shape;272;p11"/>
          <p:cNvSpPr>
            <a:spLocks noGrp="1"/>
          </p:cNvSpPr>
          <p:nvPr>
            <p:ph type="pic" idx="76"/>
          </p:nvPr>
        </p:nvSpPr>
        <p:spPr>
          <a:xfrm>
            <a:off x="3808306" y="4216371"/>
            <a:ext cx="457200" cy="457200"/>
          </a:xfrm>
          <a:prstGeom prst="ellipse">
            <a:avLst/>
          </a:prstGeom>
          <a:noFill/>
          <a:ln w="19050" cap="flat" cmpd="sng">
            <a:solidFill>
              <a:schemeClr val="dk1"/>
            </a:solidFill>
            <a:prstDash val="solid"/>
            <a:round/>
            <a:headEnd type="none" w="sm" len="sm"/>
            <a:tailEnd type="none" w="sm" len="sm"/>
          </a:ln>
        </p:spPr>
      </p:sp>
      <p:sp>
        <p:nvSpPr>
          <p:cNvPr id="273" name="Google Shape;273;p11"/>
          <p:cNvSpPr>
            <a:spLocks noGrp="1"/>
          </p:cNvSpPr>
          <p:nvPr>
            <p:ph type="pic" idx="77"/>
          </p:nvPr>
        </p:nvSpPr>
        <p:spPr>
          <a:xfrm>
            <a:off x="5481927" y="4216371"/>
            <a:ext cx="457200" cy="457200"/>
          </a:xfrm>
          <a:prstGeom prst="ellipse">
            <a:avLst/>
          </a:prstGeom>
          <a:noFill/>
          <a:ln w="19050" cap="flat" cmpd="sng">
            <a:solidFill>
              <a:schemeClr val="dk1"/>
            </a:solidFill>
            <a:prstDash val="solid"/>
            <a:round/>
            <a:headEnd type="none" w="sm" len="sm"/>
            <a:tailEnd type="none" w="sm" len="sm"/>
          </a:ln>
        </p:spPr>
      </p:sp>
      <p:sp>
        <p:nvSpPr>
          <p:cNvPr id="274" name="Google Shape;274;p11"/>
          <p:cNvSpPr>
            <a:spLocks noGrp="1"/>
          </p:cNvSpPr>
          <p:nvPr>
            <p:ph type="pic" idx="78"/>
          </p:nvPr>
        </p:nvSpPr>
        <p:spPr>
          <a:xfrm>
            <a:off x="7155549" y="4216371"/>
            <a:ext cx="457200" cy="457200"/>
          </a:xfrm>
          <a:prstGeom prst="ellipse">
            <a:avLst/>
          </a:prstGeom>
          <a:noFill/>
          <a:ln w="19050" cap="flat" cmpd="sng">
            <a:solidFill>
              <a:schemeClr val="dk1"/>
            </a:solidFill>
            <a:prstDash val="solid"/>
            <a:round/>
            <a:headEnd type="none" w="sm" len="sm"/>
            <a:tailEnd type="none" w="sm" len="sm"/>
          </a:ln>
        </p:spPr>
      </p:sp>
      <p:pic>
        <p:nvPicPr>
          <p:cNvPr id="275" name="Google Shape;275;p11"/>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 10 Photos (Org. Chart)">
  <p:cSld name="Title Only 1_4_1_1">
    <p:spTree>
      <p:nvGrpSpPr>
        <p:cNvPr id="1" name="Shape 276"/>
        <p:cNvGrpSpPr/>
        <p:nvPr/>
      </p:nvGrpSpPr>
      <p:grpSpPr>
        <a:xfrm>
          <a:off x="0" y="0"/>
          <a:ext cx="0" cy="0"/>
          <a:chOff x="0" y="0"/>
          <a:chExt cx="0" cy="0"/>
        </a:xfrm>
      </p:grpSpPr>
      <p:sp>
        <p:nvSpPr>
          <p:cNvPr id="277" name="Google Shape;277;p12"/>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endParaRPr/>
          </a:p>
        </p:txBody>
      </p:sp>
      <p:sp>
        <p:nvSpPr>
          <p:cNvPr id="278" name="Google Shape;278;p12"/>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279" name="Google Shape;279;p12"/>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80" name="Google Shape;280;p1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81" name="Google Shape;281;p12"/>
          <p:cNvSpPr txBox="1">
            <a:spLocks noGrp="1"/>
          </p:cNvSpPr>
          <p:nvPr>
            <p:ph type="subTitle" idx="1"/>
          </p:nvPr>
        </p:nvSpPr>
        <p:spPr>
          <a:xfrm>
            <a:off x="4977081" y="1210408"/>
            <a:ext cx="13716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282" name="Google Shape;282;p12"/>
          <p:cNvSpPr txBox="1">
            <a:spLocks noGrp="1"/>
          </p:cNvSpPr>
          <p:nvPr>
            <p:ph type="subTitle" idx="2"/>
          </p:nvPr>
        </p:nvSpPr>
        <p:spPr>
          <a:xfrm>
            <a:off x="415625" y="1193602"/>
            <a:ext cx="4572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283" name="Google Shape;283;p12"/>
          <p:cNvSpPr/>
          <p:nvPr/>
        </p:nvSpPr>
        <p:spPr>
          <a:xfrm>
            <a:off x="4254962" y="940492"/>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4" name="Google Shape;284;p12"/>
          <p:cNvSpPr/>
          <p:nvPr/>
        </p:nvSpPr>
        <p:spPr>
          <a:xfrm>
            <a:off x="1420322" y="2272468"/>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5" name="Google Shape;285;p12"/>
          <p:cNvSpPr/>
          <p:nvPr/>
        </p:nvSpPr>
        <p:spPr>
          <a:xfrm>
            <a:off x="4254962" y="2272469"/>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6" name="Google Shape;286;p12"/>
          <p:cNvSpPr/>
          <p:nvPr/>
        </p:nvSpPr>
        <p:spPr>
          <a:xfrm>
            <a:off x="7089602" y="2272469"/>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7" name="Google Shape;287;p12"/>
          <p:cNvSpPr/>
          <p:nvPr/>
        </p:nvSpPr>
        <p:spPr>
          <a:xfrm>
            <a:off x="71166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8" name="Google Shape;288;p12"/>
          <p:cNvSpPr/>
          <p:nvPr/>
        </p:nvSpPr>
        <p:spPr>
          <a:xfrm>
            <a:off x="212898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89" name="Google Shape;289;p12"/>
          <p:cNvSpPr/>
          <p:nvPr/>
        </p:nvSpPr>
        <p:spPr>
          <a:xfrm>
            <a:off x="354630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90" name="Google Shape;290;p12"/>
          <p:cNvSpPr/>
          <p:nvPr/>
        </p:nvSpPr>
        <p:spPr>
          <a:xfrm>
            <a:off x="496362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91" name="Google Shape;291;p12"/>
          <p:cNvSpPr/>
          <p:nvPr/>
        </p:nvSpPr>
        <p:spPr>
          <a:xfrm>
            <a:off x="638094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292" name="Google Shape;292;p12"/>
          <p:cNvSpPr/>
          <p:nvPr/>
        </p:nvSpPr>
        <p:spPr>
          <a:xfrm>
            <a:off x="779826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cxnSp>
        <p:nvCxnSpPr>
          <p:cNvPr id="293" name="Google Shape;293;p12"/>
          <p:cNvCxnSpPr>
            <a:stCxn id="283" idx="4"/>
            <a:endCxn id="284" idx="0"/>
          </p:cNvCxnSpPr>
          <p:nvPr/>
        </p:nvCxnSpPr>
        <p:spPr>
          <a:xfrm rot="5400000">
            <a:off x="2812862" y="509242"/>
            <a:ext cx="691800" cy="28347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4" name="Google Shape;294;p12"/>
          <p:cNvCxnSpPr>
            <a:stCxn id="283" idx="4"/>
            <a:endCxn id="286" idx="0"/>
          </p:cNvCxnSpPr>
          <p:nvPr/>
        </p:nvCxnSpPr>
        <p:spPr>
          <a:xfrm rot="-5400000" flipH="1">
            <a:off x="5647562" y="509242"/>
            <a:ext cx="691800" cy="28347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5" name="Google Shape;295;p12"/>
          <p:cNvCxnSpPr>
            <a:stCxn id="283" idx="4"/>
            <a:endCxn id="285" idx="0"/>
          </p:cNvCxnSpPr>
          <p:nvPr/>
        </p:nvCxnSpPr>
        <p:spPr>
          <a:xfrm rot="-5400000" flipH="1">
            <a:off x="4230512" y="1926292"/>
            <a:ext cx="691800" cy="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6" name="Google Shape;296;p12"/>
          <p:cNvCxnSpPr>
            <a:stCxn id="284" idx="4"/>
            <a:endCxn id="287" idx="0"/>
          </p:cNvCxnSpPr>
          <p:nvPr/>
        </p:nvCxnSpPr>
        <p:spPr>
          <a:xfrm rot="5400000">
            <a:off x="1041272" y="2904268"/>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7" name="Google Shape;297;p12"/>
          <p:cNvCxnSpPr>
            <a:stCxn id="284" idx="4"/>
            <a:endCxn id="288" idx="0"/>
          </p:cNvCxnSpPr>
          <p:nvPr/>
        </p:nvCxnSpPr>
        <p:spPr>
          <a:xfrm rot="-5400000" flipH="1">
            <a:off x="1749872" y="2904268"/>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8" name="Google Shape;298;p12"/>
          <p:cNvCxnSpPr>
            <a:stCxn id="285" idx="4"/>
            <a:endCxn id="289" idx="0"/>
          </p:cNvCxnSpPr>
          <p:nvPr/>
        </p:nvCxnSpPr>
        <p:spPr>
          <a:xfrm rot="5400000">
            <a:off x="3875912" y="2904269"/>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299" name="Google Shape;299;p12"/>
          <p:cNvCxnSpPr>
            <a:stCxn id="285" idx="4"/>
            <a:endCxn id="290" idx="0"/>
          </p:cNvCxnSpPr>
          <p:nvPr/>
        </p:nvCxnSpPr>
        <p:spPr>
          <a:xfrm rot="-5400000" flipH="1">
            <a:off x="4584512" y="2904269"/>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300" name="Google Shape;300;p12"/>
          <p:cNvCxnSpPr>
            <a:stCxn id="286" idx="4"/>
            <a:endCxn id="291" idx="0"/>
          </p:cNvCxnSpPr>
          <p:nvPr/>
        </p:nvCxnSpPr>
        <p:spPr>
          <a:xfrm rot="5400000">
            <a:off x="6710552" y="2904269"/>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cxnSp>
        <p:nvCxnSpPr>
          <p:cNvPr id="301" name="Google Shape;301;p12"/>
          <p:cNvCxnSpPr>
            <a:stCxn id="286" idx="4"/>
            <a:endCxn id="292" idx="0"/>
          </p:cNvCxnSpPr>
          <p:nvPr/>
        </p:nvCxnSpPr>
        <p:spPr>
          <a:xfrm rot="-5400000" flipH="1">
            <a:off x="7419152" y="2904269"/>
            <a:ext cx="691800" cy="708600"/>
          </a:xfrm>
          <a:prstGeom prst="bentConnector3">
            <a:avLst>
              <a:gd name="adj1" fmla="val 49998"/>
            </a:avLst>
          </a:prstGeom>
          <a:noFill/>
          <a:ln w="9525" cap="flat" cmpd="sng">
            <a:solidFill>
              <a:schemeClr val="accent3"/>
            </a:solidFill>
            <a:prstDash val="solid"/>
            <a:round/>
            <a:headEnd type="none" w="med" len="med"/>
            <a:tailEnd type="none" w="med" len="med"/>
          </a:ln>
        </p:spPr>
      </p:cxnSp>
      <p:sp>
        <p:nvSpPr>
          <p:cNvPr id="302" name="Google Shape;302;p12"/>
          <p:cNvSpPr txBox="1">
            <a:spLocks noGrp="1"/>
          </p:cNvSpPr>
          <p:nvPr>
            <p:ph type="subTitle" idx="3"/>
          </p:nvPr>
        </p:nvSpPr>
        <p:spPr>
          <a:xfrm>
            <a:off x="4977081" y="1042233"/>
            <a:ext cx="1371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03" name="Google Shape;303;p12"/>
          <p:cNvSpPr>
            <a:spLocks noGrp="1"/>
          </p:cNvSpPr>
          <p:nvPr>
            <p:ph type="pic" idx="4"/>
          </p:nvPr>
        </p:nvSpPr>
        <p:spPr>
          <a:xfrm>
            <a:off x="4301762" y="986242"/>
            <a:ext cx="548700" cy="548700"/>
          </a:xfrm>
          <a:prstGeom prst="ellipse">
            <a:avLst/>
          </a:prstGeom>
          <a:noFill/>
          <a:ln w="19050" cap="flat" cmpd="sng">
            <a:solidFill>
              <a:schemeClr val="dk1"/>
            </a:solidFill>
            <a:prstDash val="solid"/>
            <a:round/>
            <a:headEnd type="none" w="sm" len="sm"/>
            <a:tailEnd type="none" w="sm" len="sm"/>
          </a:ln>
        </p:spPr>
      </p:sp>
      <p:sp>
        <p:nvSpPr>
          <p:cNvPr id="304" name="Google Shape;304;p12"/>
          <p:cNvSpPr>
            <a:spLocks noGrp="1"/>
          </p:cNvSpPr>
          <p:nvPr>
            <p:ph type="pic" idx="5"/>
          </p:nvPr>
        </p:nvSpPr>
        <p:spPr>
          <a:xfrm>
            <a:off x="1467122" y="2318218"/>
            <a:ext cx="548700" cy="548700"/>
          </a:xfrm>
          <a:prstGeom prst="ellipse">
            <a:avLst/>
          </a:prstGeom>
          <a:noFill/>
          <a:ln w="19050" cap="flat" cmpd="sng">
            <a:solidFill>
              <a:schemeClr val="dk1"/>
            </a:solidFill>
            <a:prstDash val="solid"/>
            <a:round/>
            <a:headEnd type="none" w="sm" len="sm"/>
            <a:tailEnd type="none" w="sm" len="sm"/>
          </a:ln>
        </p:spPr>
      </p:sp>
      <p:sp>
        <p:nvSpPr>
          <p:cNvPr id="305" name="Google Shape;305;p12"/>
          <p:cNvSpPr>
            <a:spLocks noGrp="1"/>
          </p:cNvSpPr>
          <p:nvPr>
            <p:ph type="pic" idx="6"/>
          </p:nvPr>
        </p:nvSpPr>
        <p:spPr>
          <a:xfrm>
            <a:off x="4301762" y="2318219"/>
            <a:ext cx="548700" cy="548700"/>
          </a:xfrm>
          <a:prstGeom prst="ellipse">
            <a:avLst/>
          </a:prstGeom>
          <a:noFill/>
          <a:ln w="19050" cap="flat" cmpd="sng">
            <a:solidFill>
              <a:schemeClr val="dk1"/>
            </a:solidFill>
            <a:prstDash val="solid"/>
            <a:round/>
            <a:headEnd type="none" w="sm" len="sm"/>
            <a:tailEnd type="none" w="sm" len="sm"/>
          </a:ln>
        </p:spPr>
      </p:sp>
      <p:sp>
        <p:nvSpPr>
          <p:cNvPr id="306" name="Google Shape;306;p12"/>
          <p:cNvSpPr>
            <a:spLocks noGrp="1"/>
          </p:cNvSpPr>
          <p:nvPr>
            <p:ph type="pic" idx="7"/>
          </p:nvPr>
        </p:nvSpPr>
        <p:spPr>
          <a:xfrm>
            <a:off x="7136402" y="2318219"/>
            <a:ext cx="548700" cy="548700"/>
          </a:xfrm>
          <a:prstGeom prst="ellipse">
            <a:avLst/>
          </a:prstGeom>
          <a:noFill/>
          <a:ln w="19050" cap="flat" cmpd="sng">
            <a:solidFill>
              <a:schemeClr val="dk1"/>
            </a:solidFill>
            <a:prstDash val="solid"/>
            <a:round/>
            <a:headEnd type="none" w="sm" len="sm"/>
            <a:tailEnd type="none" w="sm" len="sm"/>
          </a:ln>
        </p:spPr>
      </p:sp>
      <p:sp>
        <p:nvSpPr>
          <p:cNvPr id="307" name="Google Shape;307;p12"/>
          <p:cNvSpPr>
            <a:spLocks noGrp="1"/>
          </p:cNvSpPr>
          <p:nvPr>
            <p:ph type="pic" idx="8"/>
          </p:nvPr>
        </p:nvSpPr>
        <p:spPr>
          <a:xfrm>
            <a:off x="7845062" y="3650195"/>
            <a:ext cx="548700" cy="548700"/>
          </a:xfrm>
          <a:prstGeom prst="ellipse">
            <a:avLst/>
          </a:prstGeom>
          <a:noFill/>
          <a:ln w="19050" cap="flat" cmpd="sng">
            <a:solidFill>
              <a:schemeClr val="dk1"/>
            </a:solidFill>
            <a:prstDash val="solid"/>
            <a:round/>
            <a:headEnd type="none" w="sm" len="sm"/>
            <a:tailEnd type="none" w="sm" len="sm"/>
          </a:ln>
        </p:spPr>
      </p:sp>
      <p:sp>
        <p:nvSpPr>
          <p:cNvPr id="308" name="Google Shape;308;p12"/>
          <p:cNvSpPr>
            <a:spLocks noGrp="1"/>
          </p:cNvSpPr>
          <p:nvPr>
            <p:ph type="pic" idx="9"/>
          </p:nvPr>
        </p:nvSpPr>
        <p:spPr>
          <a:xfrm>
            <a:off x="6427742" y="3650195"/>
            <a:ext cx="548700" cy="548700"/>
          </a:xfrm>
          <a:prstGeom prst="ellipse">
            <a:avLst/>
          </a:prstGeom>
          <a:noFill/>
          <a:ln w="19050" cap="flat" cmpd="sng">
            <a:solidFill>
              <a:schemeClr val="dk1"/>
            </a:solidFill>
            <a:prstDash val="solid"/>
            <a:round/>
            <a:headEnd type="none" w="sm" len="sm"/>
            <a:tailEnd type="none" w="sm" len="sm"/>
          </a:ln>
        </p:spPr>
      </p:sp>
      <p:sp>
        <p:nvSpPr>
          <p:cNvPr id="309" name="Google Shape;309;p12"/>
          <p:cNvSpPr>
            <a:spLocks noGrp="1"/>
          </p:cNvSpPr>
          <p:nvPr>
            <p:ph type="pic" idx="13"/>
          </p:nvPr>
        </p:nvSpPr>
        <p:spPr>
          <a:xfrm>
            <a:off x="5010422" y="3650195"/>
            <a:ext cx="548700" cy="548700"/>
          </a:xfrm>
          <a:prstGeom prst="ellipse">
            <a:avLst/>
          </a:prstGeom>
          <a:noFill/>
          <a:ln w="19050" cap="flat" cmpd="sng">
            <a:solidFill>
              <a:schemeClr val="dk1"/>
            </a:solidFill>
            <a:prstDash val="solid"/>
            <a:round/>
            <a:headEnd type="none" w="sm" len="sm"/>
            <a:tailEnd type="none" w="sm" len="sm"/>
          </a:ln>
        </p:spPr>
      </p:sp>
      <p:sp>
        <p:nvSpPr>
          <p:cNvPr id="310" name="Google Shape;310;p12"/>
          <p:cNvSpPr>
            <a:spLocks noGrp="1"/>
          </p:cNvSpPr>
          <p:nvPr>
            <p:ph type="pic" idx="14"/>
          </p:nvPr>
        </p:nvSpPr>
        <p:spPr>
          <a:xfrm>
            <a:off x="3593102" y="3650195"/>
            <a:ext cx="548700" cy="548700"/>
          </a:xfrm>
          <a:prstGeom prst="ellipse">
            <a:avLst/>
          </a:prstGeom>
          <a:noFill/>
          <a:ln w="19050" cap="flat" cmpd="sng">
            <a:solidFill>
              <a:schemeClr val="dk1"/>
            </a:solidFill>
            <a:prstDash val="solid"/>
            <a:round/>
            <a:headEnd type="none" w="sm" len="sm"/>
            <a:tailEnd type="none" w="sm" len="sm"/>
          </a:ln>
        </p:spPr>
      </p:sp>
      <p:sp>
        <p:nvSpPr>
          <p:cNvPr id="311" name="Google Shape;311;p12"/>
          <p:cNvSpPr>
            <a:spLocks noGrp="1"/>
          </p:cNvSpPr>
          <p:nvPr>
            <p:ph type="pic" idx="15"/>
          </p:nvPr>
        </p:nvSpPr>
        <p:spPr>
          <a:xfrm>
            <a:off x="2175782" y="3650195"/>
            <a:ext cx="548700" cy="548700"/>
          </a:xfrm>
          <a:prstGeom prst="ellipse">
            <a:avLst/>
          </a:prstGeom>
          <a:noFill/>
          <a:ln w="19050" cap="flat" cmpd="sng">
            <a:solidFill>
              <a:schemeClr val="dk1"/>
            </a:solidFill>
            <a:prstDash val="solid"/>
            <a:round/>
            <a:headEnd type="none" w="sm" len="sm"/>
            <a:tailEnd type="none" w="sm" len="sm"/>
          </a:ln>
        </p:spPr>
      </p:sp>
      <p:sp>
        <p:nvSpPr>
          <p:cNvPr id="312" name="Google Shape;312;p12"/>
          <p:cNvSpPr>
            <a:spLocks noGrp="1"/>
          </p:cNvSpPr>
          <p:nvPr>
            <p:ph type="pic" idx="16"/>
          </p:nvPr>
        </p:nvSpPr>
        <p:spPr>
          <a:xfrm>
            <a:off x="758462" y="3650195"/>
            <a:ext cx="548700" cy="548700"/>
          </a:xfrm>
          <a:prstGeom prst="ellipse">
            <a:avLst/>
          </a:prstGeom>
          <a:noFill/>
          <a:ln w="19050" cap="flat" cmpd="sng">
            <a:solidFill>
              <a:schemeClr val="dk1"/>
            </a:solidFill>
            <a:prstDash val="solid"/>
            <a:round/>
            <a:headEnd type="none" w="sm" len="sm"/>
            <a:tailEnd type="none" w="sm" len="sm"/>
          </a:ln>
        </p:spPr>
      </p:sp>
      <p:sp>
        <p:nvSpPr>
          <p:cNvPr id="313" name="Google Shape;313;p12"/>
          <p:cNvSpPr txBox="1">
            <a:spLocks noGrp="1"/>
          </p:cNvSpPr>
          <p:nvPr>
            <p:ph type="subTitle" idx="17"/>
          </p:nvPr>
        </p:nvSpPr>
        <p:spPr>
          <a:xfrm>
            <a:off x="415625" y="2526479"/>
            <a:ext cx="4572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314" name="Google Shape;314;p12"/>
          <p:cNvSpPr txBox="1">
            <a:spLocks noGrp="1"/>
          </p:cNvSpPr>
          <p:nvPr>
            <p:ph type="subTitle" idx="18"/>
          </p:nvPr>
        </p:nvSpPr>
        <p:spPr>
          <a:xfrm>
            <a:off x="415625" y="3858454"/>
            <a:ext cx="4572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315" name="Google Shape;315;p12"/>
          <p:cNvSpPr txBox="1">
            <a:spLocks noGrp="1"/>
          </p:cNvSpPr>
          <p:nvPr>
            <p:ph type="subTitle" idx="19"/>
          </p:nvPr>
        </p:nvSpPr>
        <p:spPr>
          <a:xfrm>
            <a:off x="4690481"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16" name="Google Shape;316;p12"/>
          <p:cNvSpPr txBox="1">
            <a:spLocks noGrp="1"/>
          </p:cNvSpPr>
          <p:nvPr>
            <p:ph type="subTitle" idx="20"/>
          </p:nvPr>
        </p:nvSpPr>
        <p:spPr>
          <a:xfrm>
            <a:off x="4690481"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17" name="Google Shape;317;p12"/>
          <p:cNvSpPr txBox="1">
            <a:spLocks noGrp="1"/>
          </p:cNvSpPr>
          <p:nvPr>
            <p:ph type="subTitle" idx="21"/>
          </p:nvPr>
        </p:nvSpPr>
        <p:spPr>
          <a:xfrm>
            <a:off x="6107806"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18" name="Google Shape;318;p12"/>
          <p:cNvSpPr txBox="1">
            <a:spLocks noGrp="1"/>
          </p:cNvSpPr>
          <p:nvPr>
            <p:ph type="subTitle" idx="22"/>
          </p:nvPr>
        </p:nvSpPr>
        <p:spPr>
          <a:xfrm>
            <a:off x="6107806"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19" name="Google Shape;319;p12"/>
          <p:cNvSpPr txBox="1">
            <a:spLocks noGrp="1"/>
          </p:cNvSpPr>
          <p:nvPr>
            <p:ph type="subTitle" idx="23"/>
          </p:nvPr>
        </p:nvSpPr>
        <p:spPr>
          <a:xfrm>
            <a:off x="7535952"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20" name="Google Shape;320;p12"/>
          <p:cNvSpPr txBox="1">
            <a:spLocks noGrp="1"/>
          </p:cNvSpPr>
          <p:nvPr>
            <p:ph type="subTitle" idx="24"/>
          </p:nvPr>
        </p:nvSpPr>
        <p:spPr>
          <a:xfrm>
            <a:off x="7535952"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21" name="Google Shape;321;p12"/>
          <p:cNvSpPr txBox="1">
            <a:spLocks noGrp="1"/>
          </p:cNvSpPr>
          <p:nvPr>
            <p:ph type="subTitle" idx="25"/>
          </p:nvPr>
        </p:nvSpPr>
        <p:spPr>
          <a:xfrm>
            <a:off x="3274548"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22" name="Google Shape;322;p12"/>
          <p:cNvSpPr txBox="1">
            <a:spLocks noGrp="1"/>
          </p:cNvSpPr>
          <p:nvPr>
            <p:ph type="subTitle" idx="26"/>
          </p:nvPr>
        </p:nvSpPr>
        <p:spPr>
          <a:xfrm>
            <a:off x="3274548"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23" name="Google Shape;323;p12"/>
          <p:cNvSpPr txBox="1">
            <a:spLocks noGrp="1"/>
          </p:cNvSpPr>
          <p:nvPr>
            <p:ph type="subTitle" idx="27"/>
          </p:nvPr>
        </p:nvSpPr>
        <p:spPr>
          <a:xfrm>
            <a:off x="1857919"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24" name="Google Shape;324;p12"/>
          <p:cNvSpPr txBox="1">
            <a:spLocks noGrp="1"/>
          </p:cNvSpPr>
          <p:nvPr>
            <p:ph type="subTitle" idx="28"/>
          </p:nvPr>
        </p:nvSpPr>
        <p:spPr>
          <a:xfrm>
            <a:off x="1857919"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25" name="Google Shape;325;p12"/>
          <p:cNvSpPr txBox="1">
            <a:spLocks noGrp="1"/>
          </p:cNvSpPr>
          <p:nvPr>
            <p:ph type="subTitle" idx="29"/>
          </p:nvPr>
        </p:nvSpPr>
        <p:spPr>
          <a:xfrm>
            <a:off x="437640" y="4448033"/>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800"/>
              <a:buNone/>
              <a:defRPr sz="800"/>
            </a:lvl1pPr>
            <a:lvl2pPr lvl="1" algn="ctr" rtl="0">
              <a:spcBef>
                <a:spcPts val="200"/>
              </a:spcBef>
              <a:spcAft>
                <a:spcPts val="0"/>
              </a:spcAft>
              <a:buSzPts val="800"/>
              <a:buNone/>
              <a:defRPr sz="800"/>
            </a:lvl2pPr>
            <a:lvl3pPr lvl="2" algn="ctr" rtl="0">
              <a:spcBef>
                <a:spcPts val="200"/>
              </a:spcBef>
              <a:spcAft>
                <a:spcPts val="0"/>
              </a:spcAft>
              <a:buSzPts val="800"/>
              <a:buNone/>
              <a:defRPr sz="800"/>
            </a:lvl3pPr>
            <a:lvl4pPr lvl="3" algn="ctr" rtl="0">
              <a:spcBef>
                <a:spcPts val="200"/>
              </a:spcBef>
              <a:spcAft>
                <a:spcPts val="0"/>
              </a:spcAft>
              <a:buSzPts val="800"/>
              <a:buNone/>
              <a:defRPr sz="800"/>
            </a:lvl4pPr>
            <a:lvl5pPr lvl="4" algn="ctr" rtl="0">
              <a:spcBef>
                <a:spcPts val="200"/>
              </a:spcBef>
              <a:spcAft>
                <a:spcPts val="0"/>
              </a:spcAft>
              <a:buSzPts val="800"/>
              <a:buNone/>
              <a:defRPr sz="800"/>
            </a:lvl5pPr>
            <a:lvl6pPr lvl="5" algn="ctr" rtl="0">
              <a:spcBef>
                <a:spcPts val="200"/>
              </a:spcBef>
              <a:spcAft>
                <a:spcPts val="0"/>
              </a:spcAft>
              <a:buSzPts val="800"/>
              <a:buNone/>
              <a:defRPr sz="800"/>
            </a:lvl6pPr>
            <a:lvl7pPr lvl="6" algn="ctr" rtl="0">
              <a:spcBef>
                <a:spcPts val="200"/>
              </a:spcBef>
              <a:spcAft>
                <a:spcPts val="0"/>
              </a:spcAft>
              <a:buSzPts val="800"/>
              <a:buNone/>
              <a:defRPr sz="800"/>
            </a:lvl7pPr>
            <a:lvl8pPr lvl="7" algn="ctr" rtl="0">
              <a:spcBef>
                <a:spcPts val="200"/>
              </a:spcBef>
              <a:spcAft>
                <a:spcPts val="0"/>
              </a:spcAft>
              <a:buSzPts val="800"/>
              <a:buNone/>
              <a:defRPr sz="800"/>
            </a:lvl8pPr>
            <a:lvl9pPr lvl="8" algn="ctr" rtl="0">
              <a:spcBef>
                <a:spcPts val="200"/>
              </a:spcBef>
              <a:spcAft>
                <a:spcPts val="200"/>
              </a:spcAft>
              <a:buSzPts val="800"/>
              <a:buNone/>
              <a:defRPr sz="800"/>
            </a:lvl9pPr>
          </a:lstStyle>
          <a:p>
            <a:endParaRPr/>
          </a:p>
        </p:txBody>
      </p:sp>
      <p:sp>
        <p:nvSpPr>
          <p:cNvPr id="326" name="Google Shape;326;p12"/>
          <p:cNvSpPr txBox="1">
            <a:spLocks noGrp="1"/>
          </p:cNvSpPr>
          <p:nvPr>
            <p:ph type="subTitle" idx="30"/>
          </p:nvPr>
        </p:nvSpPr>
        <p:spPr>
          <a:xfrm>
            <a:off x="437640" y="4279858"/>
            <a:ext cx="1188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27" name="Google Shape;327;p12"/>
          <p:cNvSpPr txBox="1">
            <a:spLocks noGrp="1"/>
          </p:cNvSpPr>
          <p:nvPr>
            <p:ph type="subTitle" idx="31"/>
          </p:nvPr>
        </p:nvSpPr>
        <p:spPr>
          <a:xfrm>
            <a:off x="2129693" y="2548158"/>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328" name="Google Shape;328;p12"/>
          <p:cNvSpPr txBox="1">
            <a:spLocks noGrp="1"/>
          </p:cNvSpPr>
          <p:nvPr>
            <p:ph type="subTitle" idx="32"/>
          </p:nvPr>
        </p:nvSpPr>
        <p:spPr>
          <a:xfrm>
            <a:off x="2129693" y="2379983"/>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29" name="Google Shape;329;p12"/>
          <p:cNvSpPr txBox="1">
            <a:spLocks noGrp="1"/>
          </p:cNvSpPr>
          <p:nvPr>
            <p:ph type="subTitle" idx="33"/>
          </p:nvPr>
        </p:nvSpPr>
        <p:spPr>
          <a:xfrm>
            <a:off x="4977081" y="2548158"/>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330" name="Google Shape;330;p12"/>
          <p:cNvSpPr txBox="1">
            <a:spLocks noGrp="1"/>
          </p:cNvSpPr>
          <p:nvPr>
            <p:ph type="subTitle" idx="34"/>
          </p:nvPr>
        </p:nvSpPr>
        <p:spPr>
          <a:xfrm>
            <a:off x="4977081" y="2379983"/>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331" name="Google Shape;331;p12"/>
          <p:cNvSpPr txBox="1">
            <a:spLocks noGrp="1"/>
          </p:cNvSpPr>
          <p:nvPr>
            <p:ph type="subTitle" idx="35"/>
          </p:nvPr>
        </p:nvSpPr>
        <p:spPr>
          <a:xfrm>
            <a:off x="7799376" y="2548150"/>
            <a:ext cx="914400" cy="183000"/>
          </a:xfrm>
          <a:prstGeom prst="rect">
            <a:avLst/>
          </a:prstGeom>
          <a:noFill/>
        </p:spPr>
        <p:txBody>
          <a:bodyPr spcFirstLastPara="1" wrap="square" lIns="0" tIns="0" rIns="0" bIns="0" anchor="t" anchorCtr="0">
            <a:noAutofit/>
          </a:bodyPr>
          <a:lstStyle>
            <a:lvl1pPr lvl="0" rtl="0">
              <a:spcBef>
                <a:spcPts val="0"/>
              </a:spcBef>
              <a:spcAft>
                <a:spcPts val="0"/>
              </a:spcAft>
              <a:buSzPts val="800"/>
              <a:buNone/>
              <a:defRPr sz="8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332" name="Google Shape;332;p12"/>
          <p:cNvSpPr txBox="1">
            <a:spLocks noGrp="1"/>
          </p:cNvSpPr>
          <p:nvPr>
            <p:ph type="subTitle" idx="36"/>
          </p:nvPr>
        </p:nvSpPr>
        <p:spPr>
          <a:xfrm>
            <a:off x="7799376" y="2379975"/>
            <a:ext cx="9144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900"/>
              <a:buNone/>
              <a:defRPr sz="9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pic>
        <p:nvPicPr>
          <p:cNvPr id="333" name="Google Shape;333;p12"/>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 19 Photos (Org. Chart)">
  <p:cSld name="Title Only 1_4_1_1_1">
    <p:spTree>
      <p:nvGrpSpPr>
        <p:cNvPr id="1" name="Shape 334"/>
        <p:cNvGrpSpPr/>
        <p:nvPr/>
      </p:nvGrpSpPr>
      <p:grpSpPr>
        <a:xfrm>
          <a:off x="0" y="0"/>
          <a:ext cx="0" cy="0"/>
          <a:chOff x="0" y="0"/>
          <a:chExt cx="0" cy="0"/>
        </a:xfrm>
      </p:grpSpPr>
      <p:sp>
        <p:nvSpPr>
          <p:cNvPr id="335" name="Google Shape;335;p13"/>
          <p:cNvSpPr/>
          <p:nvPr/>
        </p:nvSpPr>
        <p:spPr>
          <a:xfrm>
            <a:off x="4810404"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36" name="Google Shape;336;p13"/>
          <p:cNvSpPr/>
          <p:nvPr/>
        </p:nvSpPr>
        <p:spPr>
          <a:xfrm>
            <a:off x="4810404" y="84467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7" name="Google Shape;337;p13"/>
          <p:cNvSpPr/>
          <p:nvPr/>
        </p:nvSpPr>
        <p:spPr>
          <a:xfrm>
            <a:off x="7151013"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38" name="Google Shape;338;p13"/>
          <p:cNvSpPr/>
          <p:nvPr/>
        </p:nvSpPr>
        <p:spPr>
          <a:xfrm>
            <a:off x="715101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39" name="Google Shape;339;p13"/>
          <p:cNvSpPr/>
          <p:nvPr/>
        </p:nvSpPr>
        <p:spPr>
          <a:xfrm>
            <a:off x="715101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0" name="Google Shape;340;p13"/>
          <p:cNvSpPr/>
          <p:nvPr/>
        </p:nvSpPr>
        <p:spPr>
          <a:xfrm>
            <a:off x="715101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1" name="Google Shape;341;p13"/>
          <p:cNvSpPr/>
          <p:nvPr/>
        </p:nvSpPr>
        <p:spPr>
          <a:xfrm>
            <a:off x="5568238"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2" name="Google Shape;342;p13"/>
          <p:cNvSpPr/>
          <p:nvPr/>
        </p:nvSpPr>
        <p:spPr>
          <a:xfrm>
            <a:off x="5568238"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3" name="Google Shape;343;p13"/>
          <p:cNvSpPr/>
          <p:nvPr/>
        </p:nvSpPr>
        <p:spPr>
          <a:xfrm>
            <a:off x="5568238"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4" name="Google Shape;344;p13"/>
          <p:cNvSpPr/>
          <p:nvPr/>
        </p:nvSpPr>
        <p:spPr>
          <a:xfrm>
            <a:off x="398546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5" name="Google Shape;345;p13"/>
          <p:cNvSpPr/>
          <p:nvPr/>
        </p:nvSpPr>
        <p:spPr>
          <a:xfrm>
            <a:off x="398546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6" name="Google Shape;346;p13"/>
          <p:cNvSpPr/>
          <p:nvPr/>
        </p:nvSpPr>
        <p:spPr>
          <a:xfrm>
            <a:off x="398546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7" name="Google Shape;347;p13"/>
          <p:cNvSpPr/>
          <p:nvPr/>
        </p:nvSpPr>
        <p:spPr>
          <a:xfrm>
            <a:off x="1627870"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8" name="Google Shape;348;p13"/>
          <p:cNvSpPr/>
          <p:nvPr/>
        </p:nvSpPr>
        <p:spPr>
          <a:xfrm>
            <a:off x="2402688"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49" name="Google Shape;349;p13"/>
          <p:cNvSpPr/>
          <p:nvPr/>
        </p:nvSpPr>
        <p:spPr>
          <a:xfrm>
            <a:off x="2402688"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50" name="Google Shape;350;p13"/>
          <p:cNvSpPr/>
          <p:nvPr/>
        </p:nvSpPr>
        <p:spPr>
          <a:xfrm>
            <a:off x="2402688"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51" name="Google Shape;351;p13"/>
          <p:cNvSpPr/>
          <p:nvPr/>
        </p:nvSpPr>
        <p:spPr>
          <a:xfrm>
            <a:off x="81991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52" name="Google Shape;352;p13"/>
          <p:cNvSpPr/>
          <p:nvPr/>
        </p:nvSpPr>
        <p:spPr>
          <a:xfrm>
            <a:off x="81991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53" name="Google Shape;353;p13"/>
          <p:cNvSpPr/>
          <p:nvPr/>
        </p:nvSpPr>
        <p:spPr>
          <a:xfrm>
            <a:off x="81991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54" name="Google Shape;354;p13"/>
          <p:cNvSpPr>
            <a:spLocks noGrp="1"/>
          </p:cNvSpPr>
          <p:nvPr>
            <p:ph type="pic" idx="2"/>
          </p:nvPr>
        </p:nvSpPr>
        <p:spPr>
          <a:xfrm>
            <a:off x="5613688" y="3435204"/>
            <a:ext cx="457200" cy="457200"/>
          </a:xfrm>
          <a:prstGeom prst="ellipse">
            <a:avLst/>
          </a:prstGeom>
          <a:noFill/>
          <a:ln w="19050" cap="flat" cmpd="sng">
            <a:solidFill>
              <a:schemeClr val="dk1"/>
            </a:solidFill>
            <a:prstDash val="solid"/>
            <a:round/>
            <a:headEnd type="none" w="sm" len="sm"/>
            <a:tailEnd type="none" w="sm" len="sm"/>
          </a:ln>
        </p:spPr>
      </p:sp>
      <p:sp>
        <p:nvSpPr>
          <p:cNvPr id="355" name="Google Shape;355;p13"/>
          <p:cNvSpPr>
            <a:spLocks noGrp="1"/>
          </p:cNvSpPr>
          <p:nvPr>
            <p:ph type="pic" idx="3"/>
          </p:nvPr>
        </p:nvSpPr>
        <p:spPr>
          <a:xfrm>
            <a:off x="5613688" y="4289349"/>
            <a:ext cx="457200" cy="457200"/>
          </a:xfrm>
          <a:prstGeom prst="ellipse">
            <a:avLst/>
          </a:prstGeom>
          <a:noFill/>
          <a:ln w="19050" cap="flat" cmpd="sng">
            <a:solidFill>
              <a:schemeClr val="dk1"/>
            </a:solidFill>
            <a:prstDash val="solid"/>
            <a:round/>
            <a:headEnd type="none" w="sm" len="sm"/>
            <a:tailEnd type="none" w="sm" len="sm"/>
          </a:ln>
        </p:spPr>
      </p:sp>
      <p:sp>
        <p:nvSpPr>
          <p:cNvPr id="356" name="Google Shape;356;p13"/>
          <p:cNvSpPr>
            <a:spLocks noGrp="1"/>
          </p:cNvSpPr>
          <p:nvPr>
            <p:ph type="pic" idx="4"/>
          </p:nvPr>
        </p:nvSpPr>
        <p:spPr>
          <a:xfrm>
            <a:off x="4855854" y="890129"/>
            <a:ext cx="457200" cy="457200"/>
          </a:xfrm>
          <a:prstGeom prst="ellipse">
            <a:avLst/>
          </a:prstGeom>
          <a:noFill/>
          <a:ln w="19050" cap="flat" cmpd="sng">
            <a:solidFill>
              <a:schemeClr val="dk1"/>
            </a:solidFill>
            <a:prstDash val="solid"/>
            <a:round/>
            <a:headEnd type="none" w="sm" len="sm"/>
            <a:tailEnd type="none" w="sm" len="sm"/>
          </a:ln>
        </p:spPr>
      </p:sp>
      <p:sp>
        <p:nvSpPr>
          <p:cNvPr id="357" name="Google Shape;357;p13"/>
          <p:cNvSpPr>
            <a:spLocks noGrp="1"/>
          </p:cNvSpPr>
          <p:nvPr>
            <p:ph type="pic" idx="5"/>
          </p:nvPr>
        </p:nvSpPr>
        <p:spPr>
          <a:xfrm>
            <a:off x="4856154" y="1726792"/>
            <a:ext cx="457200" cy="457200"/>
          </a:xfrm>
          <a:prstGeom prst="ellipse">
            <a:avLst/>
          </a:prstGeom>
          <a:noFill/>
          <a:ln w="19050" cap="flat" cmpd="sng">
            <a:solidFill>
              <a:schemeClr val="dk1"/>
            </a:solidFill>
            <a:prstDash val="solid"/>
            <a:round/>
            <a:headEnd type="none" w="sm" len="sm"/>
            <a:tailEnd type="none" w="sm" len="sm"/>
          </a:ln>
        </p:spPr>
      </p:sp>
      <p:sp>
        <p:nvSpPr>
          <p:cNvPr id="358" name="Google Shape;358;p13"/>
          <p:cNvSpPr>
            <a:spLocks noGrp="1"/>
          </p:cNvSpPr>
          <p:nvPr>
            <p:ph type="pic" idx="6"/>
          </p:nvPr>
        </p:nvSpPr>
        <p:spPr>
          <a:xfrm>
            <a:off x="7196463" y="1726829"/>
            <a:ext cx="457200" cy="457200"/>
          </a:xfrm>
          <a:prstGeom prst="ellipse">
            <a:avLst/>
          </a:prstGeom>
          <a:noFill/>
          <a:ln w="19050" cap="flat" cmpd="sng">
            <a:solidFill>
              <a:schemeClr val="dk1"/>
            </a:solidFill>
            <a:prstDash val="solid"/>
            <a:round/>
            <a:headEnd type="none" w="sm" len="sm"/>
            <a:tailEnd type="none" w="sm" len="sm"/>
          </a:ln>
        </p:spPr>
      </p:sp>
      <p:sp>
        <p:nvSpPr>
          <p:cNvPr id="359" name="Google Shape;359;p13"/>
          <p:cNvSpPr>
            <a:spLocks noGrp="1"/>
          </p:cNvSpPr>
          <p:nvPr>
            <p:ph type="pic" idx="7"/>
          </p:nvPr>
        </p:nvSpPr>
        <p:spPr>
          <a:xfrm>
            <a:off x="7196463" y="2581004"/>
            <a:ext cx="457200" cy="457200"/>
          </a:xfrm>
          <a:prstGeom prst="ellipse">
            <a:avLst/>
          </a:prstGeom>
          <a:noFill/>
          <a:ln w="19050" cap="flat" cmpd="sng">
            <a:solidFill>
              <a:schemeClr val="dk1"/>
            </a:solidFill>
            <a:prstDash val="solid"/>
            <a:round/>
            <a:headEnd type="none" w="sm" len="sm"/>
            <a:tailEnd type="none" w="sm" len="sm"/>
          </a:ln>
        </p:spPr>
      </p:sp>
      <p:sp>
        <p:nvSpPr>
          <p:cNvPr id="360" name="Google Shape;360;p13"/>
          <p:cNvSpPr>
            <a:spLocks noGrp="1"/>
          </p:cNvSpPr>
          <p:nvPr>
            <p:ph type="pic" idx="8"/>
          </p:nvPr>
        </p:nvSpPr>
        <p:spPr>
          <a:xfrm>
            <a:off x="7196463" y="3435204"/>
            <a:ext cx="457200" cy="457200"/>
          </a:xfrm>
          <a:prstGeom prst="ellipse">
            <a:avLst/>
          </a:prstGeom>
          <a:noFill/>
          <a:ln w="19050" cap="flat" cmpd="sng">
            <a:solidFill>
              <a:schemeClr val="dk1"/>
            </a:solidFill>
            <a:prstDash val="solid"/>
            <a:round/>
            <a:headEnd type="none" w="sm" len="sm"/>
            <a:tailEnd type="none" w="sm" len="sm"/>
          </a:ln>
        </p:spPr>
      </p:sp>
      <p:sp>
        <p:nvSpPr>
          <p:cNvPr id="361" name="Google Shape;361;p13"/>
          <p:cNvSpPr>
            <a:spLocks noGrp="1"/>
          </p:cNvSpPr>
          <p:nvPr>
            <p:ph type="pic" idx="9"/>
          </p:nvPr>
        </p:nvSpPr>
        <p:spPr>
          <a:xfrm>
            <a:off x="7196463" y="4289349"/>
            <a:ext cx="457200" cy="457200"/>
          </a:xfrm>
          <a:prstGeom prst="ellipse">
            <a:avLst/>
          </a:prstGeom>
          <a:noFill/>
          <a:ln w="19050" cap="flat" cmpd="sng">
            <a:solidFill>
              <a:schemeClr val="dk1"/>
            </a:solidFill>
            <a:prstDash val="solid"/>
            <a:round/>
            <a:headEnd type="none" w="sm" len="sm"/>
            <a:tailEnd type="none" w="sm" len="sm"/>
          </a:ln>
        </p:spPr>
      </p:sp>
      <p:sp>
        <p:nvSpPr>
          <p:cNvPr id="362" name="Google Shape;362;p13"/>
          <p:cNvSpPr>
            <a:spLocks noGrp="1"/>
          </p:cNvSpPr>
          <p:nvPr>
            <p:ph type="pic" idx="13"/>
          </p:nvPr>
        </p:nvSpPr>
        <p:spPr>
          <a:xfrm>
            <a:off x="1673320" y="1726829"/>
            <a:ext cx="457200" cy="457200"/>
          </a:xfrm>
          <a:prstGeom prst="ellipse">
            <a:avLst/>
          </a:prstGeom>
          <a:noFill/>
          <a:ln w="19050" cap="flat" cmpd="sng">
            <a:solidFill>
              <a:schemeClr val="dk1"/>
            </a:solidFill>
            <a:prstDash val="solid"/>
            <a:round/>
            <a:headEnd type="none" w="sm" len="sm"/>
            <a:tailEnd type="none" w="sm" len="sm"/>
          </a:ln>
        </p:spPr>
      </p:sp>
      <p:sp>
        <p:nvSpPr>
          <p:cNvPr id="363" name="Google Shape;363;p13"/>
          <p:cNvSpPr>
            <a:spLocks noGrp="1"/>
          </p:cNvSpPr>
          <p:nvPr>
            <p:ph type="pic" idx="14"/>
          </p:nvPr>
        </p:nvSpPr>
        <p:spPr>
          <a:xfrm>
            <a:off x="5613688" y="2581004"/>
            <a:ext cx="457200" cy="457200"/>
          </a:xfrm>
          <a:prstGeom prst="ellipse">
            <a:avLst/>
          </a:prstGeom>
          <a:noFill/>
          <a:ln w="19050" cap="flat" cmpd="sng">
            <a:solidFill>
              <a:schemeClr val="dk1"/>
            </a:solidFill>
            <a:prstDash val="solid"/>
            <a:round/>
            <a:headEnd type="none" w="sm" len="sm"/>
            <a:tailEnd type="none" w="sm" len="sm"/>
          </a:ln>
        </p:spPr>
      </p:sp>
      <p:sp>
        <p:nvSpPr>
          <p:cNvPr id="364" name="Google Shape;364;p13"/>
          <p:cNvSpPr>
            <a:spLocks noGrp="1"/>
          </p:cNvSpPr>
          <p:nvPr>
            <p:ph type="pic" idx="15"/>
          </p:nvPr>
        </p:nvSpPr>
        <p:spPr>
          <a:xfrm>
            <a:off x="4030913" y="2581004"/>
            <a:ext cx="457200" cy="457200"/>
          </a:xfrm>
          <a:prstGeom prst="ellipse">
            <a:avLst/>
          </a:prstGeom>
          <a:noFill/>
          <a:ln w="19050" cap="flat" cmpd="sng">
            <a:solidFill>
              <a:schemeClr val="dk1"/>
            </a:solidFill>
            <a:prstDash val="solid"/>
            <a:round/>
            <a:headEnd type="none" w="sm" len="sm"/>
            <a:tailEnd type="none" w="sm" len="sm"/>
          </a:ln>
        </p:spPr>
      </p:sp>
      <p:sp>
        <p:nvSpPr>
          <p:cNvPr id="365" name="Google Shape;365;p13"/>
          <p:cNvSpPr>
            <a:spLocks noGrp="1"/>
          </p:cNvSpPr>
          <p:nvPr>
            <p:ph type="pic" idx="16"/>
          </p:nvPr>
        </p:nvSpPr>
        <p:spPr>
          <a:xfrm>
            <a:off x="4030913" y="3435204"/>
            <a:ext cx="457200" cy="457200"/>
          </a:xfrm>
          <a:prstGeom prst="ellipse">
            <a:avLst/>
          </a:prstGeom>
          <a:noFill/>
          <a:ln w="19050" cap="flat" cmpd="sng">
            <a:solidFill>
              <a:schemeClr val="dk1"/>
            </a:solidFill>
            <a:prstDash val="solid"/>
            <a:round/>
            <a:headEnd type="none" w="sm" len="sm"/>
            <a:tailEnd type="none" w="sm" len="sm"/>
          </a:ln>
        </p:spPr>
      </p:sp>
      <p:sp>
        <p:nvSpPr>
          <p:cNvPr id="366" name="Google Shape;366;p13"/>
          <p:cNvSpPr>
            <a:spLocks noGrp="1"/>
          </p:cNvSpPr>
          <p:nvPr>
            <p:ph type="pic" idx="17"/>
          </p:nvPr>
        </p:nvSpPr>
        <p:spPr>
          <a:xfrm>
            <a:off x="4030913" y="4289349"/>
            <a:ext cx="457200" cy="457200"/>
          </a:xfrm>
          <a:prstGeom prst="ellipse">
            <a:avLst/>
          </a:prstGeom>
          <a:noFill/>
          <a:ln w="19050" cap="flat" cmpd="sng">
            <a:solidFill>
              <a:schemeClr val="dk1"/>
            </a:solidFill>
            <a:prstDash val="solid"/>
            <a:round/>
            <a:headEnd type="none" w="sm" len="sm"/>
            <a:tailEnd type="none" w="sm" len="sm"/>
          </a:ln>
        </p:spPr>
      </p:sp>
      <p:sp>
        <p:nvSpPr>
          <p:cNvPr id="367" name="Google Shape;367;p13"/>
          <p:cNvSpPr>
            <a:spLocks noGrp="1"/>
          </p:cNvSpPr>
          <p:nvPr>
            <p:ph type="pic" idx="18"/>
          </p:nvPr>
        </p:nvSpPr>
        <p:spPr>
          <a:xfrm>
            <a:off x="2448138" y="2581004"/>
            <a:ext cx="457200" cy="457200"/>
          </a:xfrm>
          <a:prstGeom prst="ellipse">
            <a:avLst/>
          </a:prstGeom>
          <a:noFill/>
          <a:ln w="19050" cap="flat" cmpd="sng">
            <a:solidFill>
              <a:schemeClr val="dk1"/>
            </a:solidFill>
            <a:prstDash val="solid"/>
            <a:round/>
            <a:headEnd type="none" w="sm" len="sm"/>
            <a:tailEnd type="none" w="sm" len="sm"/>
          </a:ln>
        </p:spPr>
      </p:sp>
      <p:sp>
        <p:nvSpPr>
          <p:cNvPr id="368" name="Google Shape;368;p13"/>
          <p:cNvSpPr>
            <a:spLocks noGrp="1"/>
          </p:cNvSpPr>
          <p:nvPr>
            <p:ph type="pic" idx="19"/>
          </p:nvPr>
        </p:nvSpPr>
        <p:spPr>
          <a:xfrm>
            <a:off x="2448138" y="3435204"/>
            <a:ext cx="457200" cy="457200"/>
          </a:xfrm>
          <a:prstGeom prst="ellipse">
            <a:avLst/>
          </a:prstGeom>
          <a:noFill/>
          <a:ln w="19050" cap="flat" cmpd="sng">
            <a:solidFill>
              <a:schemeClr val="dk1"/>
            </a:solidFill>
            <a:prstDash val="solid"/>
            <a:round/>
            <a:headEnd type="none" w="sm" len="sm"/>
            <a:tailEnd type="none" w="sm" len="sm"/>
          </a:ln>
        </p:spPr>
      </p:sp>
      <p:sp>
        <p:nvSpPr>
          <p:cNvPr id="369" name="Google Shape;369;p13"/>
          <p:cNvSpPr>
            <a:spLocks noGrp="1"/>
          </p:cNvSpPr>
          <p:nvPr>
            <p:ph type="pic" idx="20"/>
          </p:nvPr>
        </p:nvSpPr>
        <p:spPr>
          <a:xfrm>
            <a:off x="2448138" y="4289349"/>
            <a:ext cx="457200" cy="457200"/>
          </a:xfrm>
          <a:prstGeom prst="ellipse">
            <a:avLst/>
          </a:prstGeom>
          <a:noFill/>
          <a:ln w="19050" cap="flat" cmpd="sng">
            <a:solidFill>
              <a:schemeClr val="dk1"/>
            </a:solidFill>
            <a:prstDash val="solid"/>
            <a:round/>
            <a:headEnd type="none" w="sm" len="sm"/>
            <a:tailEnd type="none" w="sm" len="sm"/>
          </a:ln>
        </p:spPr>
      </p:sp>
      <p:sp>
        <p:nvSpPr>
          <p:cNvPr id="370" name="Google Shape;370;p13"/>
          <p:cNvSpPr>
            <a:spLocks noGrp="1"/>
          </p:cNvSpPr>
          <p:nvPr>
            <p:ph type="pic" idx="21"/>
          </p:nvPr>
        </p:nvSpPr>
        <p:spPr>
          <a:xfrm>
            <a:off x="865363" y="2581004"/>
            <a:ext cx="457200" cy="457200"/>
          </a:xfrm>
          <a:prstGeom prst="ellipse">
            <a:avLst/>
          </a:prstGeom>
          <a:noFill/>
          <a:ln w="19050" cap="flat" cmpd="sng">
            <a:solidFill>
              <a:schemeClr val="dk1"/>
            </a:solidFill>
            <a:prstDash val="solid"/>
            <a:round/>
            <a:headEnd type="none" w="sm" len="sm"/>
            <a:tailEnd type="none" w="sm" len="sm"/>
          </a:ln>
        </p:spPr>
      </p:sp>
      <p:sp>
        <p:nvSpPr>
          <p:cNvPr id="371" name="Google Shape;371;p13"/>
          <p:cNvSpPr>
            <a:spLocks noGrp="1"/>
          </p:cNvSpPr>
          <p:nvPr>
            <p:ph type="pic" idx="22"/>
          </p:nvPr>
        </p:nvSpPr>
        <p:spPr>
          <a:xfrm>
            <a:off x="865363" y="3435204"/>
            <a:ext cx="457200" cy="457200"/>
          </a:xfrm>
          <a:prstGeom prst="ellipse">
            <a:avLst/>
          </a:prstGeom>
          <a:noFill/>
          <a:ln w="19050" cap="flat" cmpd="sng">
            <a:solidFill>
              <a:schemeClr val="dk1"/>
            </a:solidFill>
            <a:prstDash val="solid"/>
            <a:round/>
            <a:headEnd type="none" w="sm" len="sm"/>
            <a:tailEnd type="none" w="sm" len="sm"/>
          </a:ln>
        </p:spPr>
      </p:sp>
      <p:sp>
        <p:nvSpPr>
          <p:cNvPr id="372" name="Google Shape;372;p13"/>
          <p:cNvSpPr>
            <a:spLocks noGrp="1"/>
          </p:cNvSpPr>
          <p:nvPr>
            <p:ph type="pic" idx="23"/>
          </p:nvPr>
        </p:nvSpPr>
        <p:spPr>
          <a:xfrm>
            <a:off x="865363" y="4289349"/>
            <a:ext cx="457200" cy="457200"/>
          </a:xfrm>
          <a:prstGeom prst="ellipse">
            <a:avLst/>
          </a:prstGeom>
          <a:noFill/>
          <a:ln w="19050" cap="flat" cmpd="sng">
            <a:solidFill>
              <a:schemeClr val="dk1"/>
            </a:solidFill>
            <a:prstDash val="solid"/>
            <a:round/>
            <a:headEnd type="none" w="sm" len="sm"/>
            <a:tailEnd type="none" w="sm" len="sm"/>
          </a:ln>
        </p:spPr>
      </p:sp>
      <p:sp>
        <p:nvSpPr>
          <p:cNvPr id="373" name="Google Shape;373;p13"/>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endParaRPr/>
          </a:p>
        </p:txBody>
      </p:sp>
      <p:sp>
        <p:nvSpPr>
          <p:cNvPr id="374" name="Google Shape;374;p13"/>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375" name="Google Shape;375;p13"/>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76" name="Google Shape;376;p13"/>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77" name="Google Shape;377;p13"/>
          <p:cNvSpPr txBox="1">
            <a:spLocks noGrp="1"/>
          </p:cNvSpPr>
          <p:nvPr>
            <p:ph type="subTitle" idx="1"/>
          </p:nvPr>
        </p:nvSpPr>
        <p:spPr>
          <a:xfrm>
            <a:off x="411475" y="2740669"/>
            <a:ext cx="3657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378" name="Google Shape;378;p13"/>
          <p:cNvSpPr txBox="1">
            <a:spLocks noGrp="1"/>
          </p:cNvSpPr>
          <p:nvPr>
            <p:ph type="subTitle" idx="24"/>
          </p:nvPr>
        </p:nvSpPr>
        <p:spPr>
          <a:xfrm>
            <a:off x="1447199" y="2767751"/>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379" name="Google Shape;379;p13"/>
          <p:cNvSpPr txBox="1">
            <a:spLocks noGrp="1"/>
          </p:cNvSpPr>
          <p:nvPr>
            <p:ph type="subTitle" idx="25"/>
          </p:nvPr>
        </p:nvSpPr>
        <p:spPr>
          <a:xfrm>
            <a:off x="1447199" y="2631251"/>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cxnSp>
        <p:nvCxnSpPr>
          <p:cNvPr id="380" name="Google Shape;380;p13"/>
          <p:cNvCxnSpPr>
            <a:stCxn id="336" idx="4"/>
            <a:endCxn id="347" idx="0"/>
          </p:cNvCxnSpPr>
          <p:nvPr/>
        </p:nvCxnSpPr>
        <p:spPr>
          <a:xfrm rot="5400000">
            <a:off x="3348954" y="-54121"/>
            <a:ext cx="288600" cy="31824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1" name="Google Shape;381;p13"/>
          <p:cNvCxnSpPr>
            <a:stCxn id="336" idx="4"/>
            <a:endCxn id="335" idx="0"/>
          </p:cNvCxnSpPr>
          <p:nvPr/>
        </p:nvCxnSpPr>
        <p:spPr>
          <a:xfrm rot="-5400000" flipH="1">
            <a:off x="4940454" y="1536779"/>
            <a:ext cx="288600" cy="6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2" name="Google Shape;382;p13"/>
          <p:cNvCxnSpPr>
            <a:stCxn id="336" idx="4"/>
            <a:endCxn id="337" idx="0"/>
          </p:cNvCxnSpPr>
          <p:nvPr/>
        </p:nvCxnSpPr>
        <p:spPr>
          <a:xfrm rot="-5400000" flipH="1">
            <a:off x="6110454" y="366779"/>
            <a:ext cx="288600" cy="23406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83" name="Google Shape;383;p13"/>
          <p:cNvCxnSpPr>
            <a:stCxn id="347" idx="4"/>
            <a:endCxn id="351" idx="0"/>
          </p:cNvCxnSpPr>
          <p:nvPr/>
        </p:nvCxnSpPr>
        <p:spPr>
          <a:xfrm rot="5400000">
            <a:off x="1344970" y="1978453"/>
            <a:ext cx="306000" cy="8079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4" name="Google Shape;384;p13"/>
          <p:cNvCxnSpPr>
            <a:stCxn id="348" idx="0"/>
            <a:endCxn id="347" idx="4"/>
          </p:cNvCxnSpPr>
          <p:nvPr/>
        </p:nvCxnSpPr>
        <p:spPr>
          <a:xfrm rot="5400000" flipH="1">
            <a:off x="2136288" y="1995052"/>
            <a:ext cx="306000" cy="7749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5" name="Google Shape;385;p13"/>
          <p:cNvCxnSpPr>
            <a:stCxn id="335" idx="4"/>
            <a:endCxn id="344" idx="0"/>
          </p:cNvCxnSpPr>
          <p:nvPr/>
        </p:nvCxnSpPr>
        <p:spPr>
          <a:xfrm rot="5400000">
            <a:off x="4518954" y="1969903"/>
            <a:ext cx="306000" cy="8250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6" name="Google Shape;386;p13"/>
          <p:cNvCxnSpPr>
            <a:stCxn id="341" idx="0"/>
            <a:endCxn id="335" idx="4"/>
          </p:cNvCxnSpPr>
          <p:nvPr/>
        </p:nvCxnSpPr>
        <p:spPr>
          <a:xfrm rot="5400000" flipH="1">
            <a:off x="5310388" y="2003602"/>
            <a:ext cx="306000" cy="757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7" name="Google Shape;387;p13"/>
          <p:cNvCxnSpPr>
            <a:stCxn id="344" idx="4"/>
            <a:endCxn id="345" idx="0"/>
          </p:cNvCxnSpPr>
          <p:nvPr/>
        </p:nvCxnSpPr>
        <p:spPr>
          <a:xfrm rot="-5400000" flipH="1">
            <a:off x="4106813" y="32363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8" name="Google Shape;388;p13"/>
          <p:cNvCxnSpPr>
            <a:stCxn id="345" idx="4"/>
            <a:endCxn id="346" idx="0"/>
          </p:cNvCxnSpPr>
          <p:nvPr/>
        </p:nvCxnSpPr>
        <p:spPr>
          <a:xfrm rot="-5400000" flipH="1">
            <a:off x="4106813" y="40905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9" name="Google Shape;389;p13"/>
          <p:cNvCxnSpPr>
            <a:stCxn id="338" idx="0"/>
            <a:endCxn id="337" idx="4"/>
          </p:cNvCxnSpPr>
          <p:nvPr/>
        </p:nvCxnSpPr>
        <p:spPr>
          <a:xfrm rot="-5400000">
            <a:off x="7272363" y="23822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0" name="Google Shape;390;p13"/>
          <p:cNvCxnSpPr>
            <a:stCxn id="339" idx="0"/>
            <a:endCxn id="338" idx="4"/>
          </p:cNvCxnSpPr>
          <p:nvPr/>
        </p:nvCxnSpPr>
        <p:spPr>
          <a:xfrm rot="-5400000">
            <a:off x="7272363"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1" name="Google Shape;391;p13"/>
          <p:cNvCxnSpPr>
            <a:stCxn id="340" idx="0"/>
            <a:endCxn id="339" idx="4"/>
          </p:cNvCxnSpPr>
          <p:nvPr/>
        </p:nvCxnSpPr>
        <p:spPr>
          <a:xfrm rot="-5400000">
            <a:off x="7272363"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2" name="Google Shape;392;p13"/>
          <p:cNvCxnSpPr>
            <a:stCxn id="342" idx="0"/>
            <a:endCxn id="341" idx="4"/>
          </p:cNvCxnSpPr>
          <p:nvPr/>
        </p:nvCxnSpPr>
        <p:spPr>
          <a:xfrm rot="-5400000">
            <a:off x="5689588"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3" name="Google Shape;393;p13"/>
          <p:cNvCxnSpPr>
            <a:stCxn id="343" idx="0"/>
            <a:endCxn id="342" idx="4"/>
          </p:cNvCxnSpPr>
          <p:nvPr/>
        </p:nvCxnSpPr>
        <p:spPr>
          <a:xfrm rot="-5400000">
            <a:off x="5689588"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4" name="Google Shape;394;p13"/>
          <p:cNvCxnSpPr>
            <a:stCxn id="349" idx="0"/>
            <a:endCxn id="348" idx="4"/>
          </p:cNvCxnSpPr>
          <p:nvPr/>
        </p:nvCxnSpPr>
        <p:spPr>
          <a:xfrm rot="-5400000">
            <a:off x="2524038"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5" name="Google Shape;395;p13"/>
          <p:cNvCxnSpPr>
            <a:stCxn id="350" idx="0"/>
            <a:endCxn id="349" idx="4"/>
          </p:cNvCxnSpPr>
          <p:nvPr/>
        </p:nvCxnSpPr>
        <p:spPr>
          <a:xfrm rot="-5400000">
            <a:off x="2524038"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6" name="Google Shape;396;p13"/>
          <p:cNvCxnSpPr>
            <a:stCxn id="351" idx="4"/>
            <a:endCxn id="352" idx="0"/>
          </p:cNvCxnSpPr>
          <p:nvPr/>
        </p:nvCxnSpPr>
        <p:spPr>
          <a:xfrm rot="-5400000" flipH="1">
            <a:off x="941263" y="32363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7" name="Google Shape;397;p13"/>
          <p:cNvCxnSpPr>
            <a:stCxn id="352" idx="4"/>
            <a:endCxn id="353" idx="0"/>
          </p:cNvCxnSpPr>
          <p:nvPr/>
        </p:nvCxnSpPr>
        <p:spPr>
          <a:xfrm rot="-5400000" flipH="1">
            <a:off x="941263" y="40905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sp>
        <p:nvSpPr>
          <p:cNvPr id="398" name="Google Shape;398;p13"/>
          <p:cNvSpPr txBox="1">
            <a:spLocks noGrp="1"/>
          </p:cNvSpPr>
          <p:nvPr>
            <p:ph type="subTitle" idx="26"/>
          </p:nvPr>
        </p:nvSpPr>
        <p:spPr>
          <a:xfrm>
            <a:off x="1447199" y="3621950"/>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399" name="Google Shape;399;p13"/>
          <p:cNvSpPr txBox="1">
            <a:spLocks noGrp="1"/>
          </p:cNvSpPr>
          <p:nvPr>
            <p:ph type="subTitle" idx="27"/>
          </p:nvPr>
        </p:nvSpPr>
        <p:spPr>
          <a:xfrm>
            <a:off x="1447199" y="3485450"/>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00" name="Google Shape;400;p13"/>
          <p:cNvSpPr txBox="1">
            <a:spLocks noGrp="1"/>
          </p:cNvSpPr>
          <p:nvPr>
            <p:ph type="subTitle" idx="28"/>
          </p:nvPr>
        </p:nvSpPr>
        <p:spPr>
          <a:xfrm>
            <a:off x="1447199" y="4476148"/>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01" name="Google Shape;401;p13"/>
          <p:cNvSpPr txBox="1">
            <a:spLocks noGrp="1"/>
          </p:cNvSpPr>
          <p:nvPr>
            <p:ph type="subTitle" idx="29"/>
          </p:nvPr>
        </p:nvSpPr>
        <p:spPr>
          <a:xfrm>
            <a:off x="1447199" y="4339648"/>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02" name="Google Shape;402;p13"/>
          <p:cNvSpPr txBox="1">
            <a:spLocks noGrp="1"/>
          </p:cNvSpPr>
          <p:nvPr>
            <p:ph type="subTitle" idx="30"/>
          </p:nvPr>
        </p:nvSpPr>
        <p:spPr>
          <a:xfrm>
            <a:off x="3029972" y="2767751"/>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03" name="Google Shape;403;p13"/>
          <p:cNvSpPr txBox="1">
            <a:spLocks noGrp="1"/>
          </p:cNvSpPr>
          <p:nvPr>
            <p:ph type="subTitle" idx="31"/>
          </p:nvPr>
        </p:nvSpPr>
        <p:spPr>
          <a:xfrm>
            <a:off x="3029972" y="2631251"/>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04" name="Google Shape;404;p13"/>
          <p:cNvSpPr txBox="1">
            <a:spLocks noGrp="1"/>
          </p:cNvSpPr>
          <p:nvPr>
            <p:ph type="subTitle" idx="32"/>
          </p:nvPr>
        </p:nvSpPr>
        <p:spPr>
          <a:xfrm>
            <a:off x="3029972" y="3621950"/>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05" name="Google Shape;405;p13"/>
          <p:cNvSpPr txBox="1">
            <a:spLocks noGrp="1"/>
          </p:cNvSpPr>
          <p:nvPr>
            <p:ph type="subTitle" idx="33"/>
          </p:nvPr>
        </p:nvSpPr>
        <p:spPr>
          <a:xfrm>
            <a:off x="3029972" y="3485450"/>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06" name="Google Shape;406;p13"/>
          <p:cNvSpPr txBox="1">
            <a:spLocks noGrp="1"/>
          </p:cNvSpPr>
          <p:nvPr>
            <p:ph type="subTitle" idx="34"/>
          </p:nvPr>
        </p:nvSpPr>
        <p:spPr>
          <a:xfrm>
            <a:off x="3029972" y="4476148"/>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07" name="Google Shape;407;p13"/>
          <p:cNvSpPr txBox="1">
            <a:spLocks noGrp="1"/>
          </p:cNvSpPr>
          <p:nvPr>
            <p:ph type="subTitle" idx="35"/>
          </p:nvPr>
        </p:nvSpPr>
        <p:spPr>
          <a:xfrm>
            <a:off x="3029972" y="4339648"/>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08" name="Google Shape;408;p13"/>
          <p:cNvSpPr txBox="1">
            <a:spLocks noGrp="1"/>
          </p:cNvSpPr>
          <p:nvPr>
            <p:ph type="subTitle" idx="36"/>
          </p:nvPr>
        </p:nvSpPr>
        <p:spPr>
          <a:xfrm>
            <a:off x="4612747" y="2767751"/>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09" name="Google Shape;409;p13"/>
          <p:cNvSpPr txBox="1">
            <a:spLocks noGrp="1"/>
          </p:cNvSpPr>
          <p:nvPr>
            <p:ph type="subTitle" idx="37"/>
          </p:nvPr>
        </p:nvSpPr>
        <p:spPr>
          <a:xfrm>
            <a:off x="4612747" y="2631251"/>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10" name="Google Shape;410;p13"/>
          <p:cNvSpPr txBox="1">
            <a:spLocks noGrp="1"/>
          </p:cNvSpPr>
          <p:nvPr>
            <p:ph type="subTitle" idx="38"/>
          </p:nvPr>
        </p:nvSpPr>
        <p:spPr>
          <a:xfrm>
            <a:off x="4612747" y="3621950"/>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11" name="Google Shape;411;p13"/>
          <p:cNvSpPr txBox="1">
            <a:spLocks noGrp="1"/>
          </p:cNvSpPr>
          <p:nvPr>
            <p:ph type="subTitle" idx="39"/>
          </p:nvPr>
        </p:nvSpPr>
        <p:spPr>
          <a:xfrm>
            <a:off x="4612747" y="3485450"/>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12" name="Google Shape;412;p13"/>
          <p:cNvSpPr txBox="1">
            <a:spLocks noGrp="1"/>
          </p:cNvSpPr>
          <p:nvPr>
            <p:ph type="subTitle" idx="40"/>
          </p:nvPr>
        </p:nvSpPr>
        <p:spPr>
          <a:xfrm>
            <a:off x="4612747" y="4476148"/>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13" name="Google Shape;413;p13"/>
          <p:cNvSpPr txBox="1">
            <a:spLocks noGrp="1"/>
          </p:cNvSpPr>
          <p:nvPr>
            <p:ph type="subTitle" idx="41"/>
          </p:nvPr>
        </p:nvSpPr>
        <p:spPr>
          <a:xfrm>
            <a:off x="4612747" y="4339648"/>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14" name="Google Shape;414;p13"/>
          <p:cNvSpPr txBox="1">
            <a:spLocks noGrp="1"/>
          </p:cNvSpPr>
          <p:nvPr>
            <p:ph type="subTitle" idx="42"/>
          </p:nvPr>
        </p:nvSpPr>
        <p:spPr>
          <a:xfrm>
            <a:off x="6195522" y="2767751"/>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15" name="Google Shape;415;p13"/>
          <p:cNvSpPr txBox="1">
            <a:spLocks noGrp="1"/>
          </p:cNvSpPr>
          <p:nvPr>
            <p:ph type="subTitle" idx="43"/>
          </p:nvPr>
        </p:nvSpPr>
        <p:spPr>
          <a:xfrm>
            <a:off x="6195522" y="2631251"/>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16" name="Google Shape;416;p13"/>
          <p:cNvSpPr txBox="1">
            <a:spLocks noGrp="1"/>
          </p:cNvSpPr>
          <p:nvPr>
            <p:ph type="subTitle" idx="44"/>
          </p:nvPr>
        </p:nvSpPr>
        <p:spPr>
          <a:xfrm>
            <a:off x="6195522" y="3621950"/>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17" name="Google Shape;417;p13"/>
          <p:cNvSpPr txBox="1">
            <a:spLocks noGrp="1"/>
          </p:cNvSpPr>
          <p:nvPr>
            <p:ph type="subTitle" idx="45"/>
          </p:nvPr>
        </p:nvSpPr>
        <p:spPr>
          <a:xfrm>
            <a:off x="6195522" y="3485450"/>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18" name="Google Shape;418;p13"/>
          <p:cNvSpPr txBox="1">
            <a:spLocks noGrp="1"/>
          </p:cNvSpPr>
          <p:nvPr>
            <p:ph type="subTitle" idx="46"/>
          </p:nvPr>
        </p:nvSpPr>
        <p:spPr>
          <a:xfrm>
            <a:off x="6195522" y="4476148"/>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19" name="Google Shape;419;p13"/>
          <p:cNvSpPr txBox="1">
            <a:spLocks noGrp="1"/>
          </p:cNvSpPr>
          <p:nvPr>
            <p:ph type="subTitle" idx="47"/>
          </p:nvPr>
        </p:nvSpPr>
        <p:spPr>
          <a:xfrm>
            <a:off x="6195522" y="4339648"/>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20" name="Google Shape;420;p13"/>
          <p:cNvSpPr txBox="1">
            <a:spLocks noGrp="1"/>
          </p:cNvSpPr>
          <p:nvPr>
            <p:ph type="subTitle" idx="48"/>
          </p:nvPr>
        </p:nvSpPr>
        <p:spPr>
          <a:xfrm>
            <a:off x="7778297" y="2767751"/>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21" name="Google Shape;421;p13"/>
          <p:cNvSpPr txBox="1">
            <a:spLocks noGrp="1"/>
          </p:cNvSpPr>
          <p:nvPr>
            <p:ph type="subTitle" idx="49"/>
          </p:nvPr>
        </p:nvSpPr>
        <p:spPr>
          <a:xfrm>
            <a:off x="7778297" y="2631251"/>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22" name="Google Shape;422;p13"/>
          <p:cNvSpPr txBox="1">
            <a:spLocks noGrp="1"/>
          </p:cNvSpPr>
          <p:nvPr>
            <p:ph type="subTitle" idx="50"/>
          </p:nvPr>
        </p:nvSpPr>
        <p:spPr>
          <a:xfrm>
            <a:off x="7778297" y="3621950"/>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23" name="Google Shape;423;p13"/>
          <p:cNvSpPr txBox="1">
            <a:spLocks noGrp="1"/>
          </p:cNvSpPr>
          <p:nvPr>
            <p:ph type="subTitle" idx="51"/>
          </p:nvPr>
        </p:nvSpPr>
        <p:spPr>
          <a:xfrm>
            <a:off x="7778297" y="3485450"/>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24" name="Google Shape;424;p13"/>
          <p:cNvSpPr txBox="1">
            <a:spLocks noGrp="1"/>
          </p:cNvSpPr>
          <p:nvPr>
            <p:ph type="subTitle" idx="52"/>
          </p:nvPr>
        </p:nvSpPr>
        <p:spPr>
          <a:xfrm>
            <a:off x="7778297" y="4476148"/>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25" name="Google Shape;425;p13"/>
          <p:cNvSpPr txBox="1">
            <a:spLocks noGrp="1"/>
          </p:cNvSpPr>
          <p:nvPr>
            <p:ph type="subTitle" idx="53"/>
          </p:nvPr>
        </p:nvSpPr>
        <p:spPr>
          <a:xfrm>
            <a:off x="7778297" y="4339648"/>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26" name="Google Shape;426;p13"/>
          <p:cNvSpPr txBox="1">
            <a:spLocks noGrp="1"/>
          </p:cNvSpPr>
          <p:nvPr>
            <p:ph type="subTitle" idx="54"/>
          </p:nvPr>
        </p:nvSpPr>
        <p:spPr>
          <a:xfrm>
            <a:off x="411475" y="1863853"/>
            <a:ext cx="3657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427" name="Google Shape;427;p13"/>
          <p:cNvSpPr txBox="1">
            <a:spLocks noGrp="1"/>
          </p:cNvSpPr>
          <p:nvPr>
            <p:ph type="subTitle" idx="55"/>
          </p:nvPr>
        </p:nvSpPr>
        <p:spPr>
          <a:xfrm>
            <a:off x="411475" y="1027229"/>
            <a:ext cx="3657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lt2"/>
              </a:buClr>
              <a:buSzPts val="900"/>
              <a:buNone/>
              <a:defRPr sz="900" b="1">
                <a:solidFill>
                  <a:schemeClr val="lt2"/>
                </a:solidFill>
              </a:defRPr>
            </a:lvl1pPr>
            <a:lvl2pPr lvl="1" rtl="0">
              <a:spcBef>
                <a:spcPts val="200"/>
              </a:spcBef>
              <a:spcAft>
                <a:spcPts val="0"/>
              </a:spcAft>
              <a:buClr>
                <a:schemeClr val="lt2"/>
              </a:buClr>
              <a:buSzPts val="1000"/>
              <a:buNone/>
              <a:defRPr sz="1000" b="1">
                <a:solidFill>
                  <a:schemeClr val="lt2"/>
                </a:solidFill>
              </a:defRPr>
            </a:lvl2pPr>
            <a:lvl3pPr lvl="2" rtl="0">
              <a:spcBef>
                <a:spcPts val="200"/>
              </a:spcBef>
              <a:spcAft>
                <a:spcPts val="0"/>
              </a:spcAft>
              <a:buClr>
                <a:schemeClr val="lt2"/>
              </a:buClr>
              <a:buSzPts val="1000"/>
              <a:buNone/>
              <a:defRPr sz="1000" b="1">
                <a:solidFill>
                  <a:schemeClr val="lt2"/>
                </a:solidFill>
              </a:defRPr>
            </a:lvl3pPr>
            <a:lvl4pPr lvl="3" rtl="0">
              <a:spcBef>
                <a:spcPts val="200"/>
              </a:spcBef>
              <a:spcAft>
                <a:spcPts val="0"/>
              </a:spcAft>
              <a:buClr>
                <a:schemeClr val="lt2"/>
              </a:buClr>
              <a:buSzPts val="1000"/>
              <a:buNone/>
              <a:defRPr sz="1000" b="1">
                <a:solidFill>
                  <a:schemeClr val="lt2"/>
                </a:solidFill>
              </a:defRPr>
            </a:lvl4pPr>
            <a:lvl5pPr lvl="4" rtl="0">
              <a:spcBef>
                <a:spcPts val="200"/>
              </a:spcBef>
              <a:spcAft>
                <a:spcPts val="0"/>
              </a:spcAft>
              <a:buClr>
                <a:schemeClr val="lt2"/>
              </a:buClr>
              <a:buSzPts val="1000"/>
              <a:buNone/>
              <a:defRPr sz="1000" b="1">
                <a:solidFill>
                  <a:schemeClr val="lt2"/>
                </a:solidFill>
              </a:defRPr>
            </a:lvl5pPr>
            <a:lvl6pPr lvl="5" rtl="0">
              <a:spcBef>
                <a:spcPts val="200"/>
              </a:spcBef>
              <a:spcAft>
                <a:spcPts val="0"/>
              </a:spcAft>
              <a:buClr>
                <a:schemeClr val="lt2"/>
              </a:buClr>
              <a:buSzPts val="1000"/>
              <a:buNone/>
              <a:defRPr sz="1000" b="1">
                <a:solidFill>
                  <a:schemeClr val="lt2"/>
                </a:solidFill>
              </a:defRPr>
            </a:lvl6pPr>
            <a:lvl7pPr lvl="6" rtl="0">
              <a:spcBef>
                <a:spcPts val="200"/>
              </a:spcBef>
              <a:spcAft>
                <a:spcPts val="0"/>
              </a:spcAft>
              <a:buClr>
                <a:schemeClr val="lt2"/>
              </a:buClr>
              <a:buSzPts val="1000"/>
              <a:buNone/>
              <a:defRPr sz="1000" b="1">
                <a:solidFill>
                  <a:schemeClr val="lt2"/>
                </a:solidFill>
              </a:defRPr>
            </a:lvl7pPr>
            <a:lvl8pPr lvl="7" rtl="0">
              <a:spcBef>
                <a:spcPts val="200"/>
              </a:spcBef>
              <a:spcAft>
                <a:spcPts val="0"/>
              </a:spcAft>
              <a:buClr>
                <a:schemeClr val="lt2"/>
              </a:buClr>
              <a:buSzPts val="1000"/>
              <a:buNone/>
              <a:defRPr sz="1000" b="1">
                <a:solidFill>
                  <a:schemeClr val="lt2"/>
                </a:solidFill>
              </a:defRPr>
            </a:lvl8pPr>
            <a:lvl9pPr lvl="8" rtl="0">
              <a:spcBef>
                <a:spcPts val="200"/>
              </a:spcBef>
              <a:spcAft>
                <a:spcPts val="200"/>
              </a:spcAft>
              <a:buClr>
                <a:schemeClr val="lt2"/>
              </a:buClr>
              <a:buSzPts val="1000"/>
              <a:buNone/>
              <a:defRPr sz="1000" b="1">
                <a:solidFill>
                  <a:schemeClr val="lt2"/>
                </a:solidFill>
              </a:defRPr>
            </a:lvl9pPr>
          </a:lstStyle>
          <a:p>
            <a:endParaRPr/>
          </a:p>
        </p:txBody>
      </p:sp>
      <p:sp>
        <p:nvSpPr>
          <p:cNvPr id="428" name="Google Shape;428;p13"/>
          <p:cNvSpPr txBox="1">
            <a:spLocks noGrp="1"/>
          </p:cNvSpPr>
          <p:nvPr>
            <p:ph type="subTitle" idx="56"/>
          </p:nvPr>
        </p:nvSpPr>
        <p:spPr>
          <a:xfrm>
            <a:off x="7778297" y="1915705"/>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29" name="Google Shape;429;p13"/>
          <p:cNvSpPr txBox="1">
            <a:spLocks noGrp="1"/>
          </p:cNvSpPr>
          <p:nvPr>
            <p:ph type="subTitle" idx="57"/>
          </p:nvPr>
        </p:nvSpPr>
        <p:spPr>
          <a:xfrm>
            <a:off x="7778297" y="1779205"/>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30" name="Google Shape;430;p13"/>
          <p:cNvSpPr txBox="1">
            <a:spLocks noGrp="1"/>
          </p:cNvSpPr>
          <p:nvPr>
            <p:ph type="subTitle" idx="58"/>
          </p:nvPr>
        </p:nvSpPr>
        <p:spPr>
          <a:xfrm>
            <a:off x="5437688" y="1915705"/>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31" name="Google Shape;431;p13"/>
          <p:cNvSpPr txBox="1">
            <a:spLocks noGrp="1"/>
          </p:cNvSpPr>
          <p:nvPr>
            <p:ph type="subTitle" idx="59"/>
          </p:nvPr>
        </p:nvSpPr>
        <p:spPr>
          <a:xfrm>
            <a:off x="5437688" y="1779205"/>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32" name="Google Shape;432;p13"/>
          <p:cNvSpPr txBox="1">
            <a:spLocks noGrp="1"/>
          </p:cNvSpPr>
          <p:nvPr>
            <p:ph type="subTitle" idx="60"/>
          </p:nvPr>
        </p:nvSpPr>
        <p:spPr>
          <a:xfrm>
            <a:off x="2255154" y="1915705"/>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33" name="Google Shape;433;p13"/>
          <p:cNvSpPr txBox="1">
            <a:spLocks noGrp="1"/>
          </p:cNvSpPr>
          <p:nvPr>
            <p:ph type="subTitle" idx="61"/>
          </p:nvPr>
        </p:nvSpPr>
        <p:spPr>
          <a:xfrm>
            <a:off x="2255154" y="1779205"/>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1"/>
              </a:buClr>
              <a:buSzPts val="1000"/>
              <a:buNone/>
              <a:defRPr sz="1000" b="1">
                <a:solidFill>
                  <a:schemeClr val="accent1"/>
                </a:solidFill>
              </a:defRPr>
            </a:lvl2pPr>
            <a:lvl3pPr lvl="2" rtl="0">
              <a:spcBef>
                <a:spcPts val="200"/>
              </a:spcBef>
              <a:spcAft>
                <a:spcPts val="0"/>
              </a:spcAft>
              <a:buClr>
                <a:schemeClr val="accent1"/>
              </a:buClr>
              <a:buSzPts val="1000"/>
              <a:buNone/>
              <a:defRPr sz="1000" b="1">
                <a:solidFill>
                  <a:schemeClr val="accent1"/>
                </a:solidFill>
              </a:defRPr>
            </a:lvl3pPr>
            <a:lvl4pPr lvl="3" rtl="0">
              <a:spcBef>
                <a:spcPts val="200"/>
              </a:spcBef>
              <a:spcAft>
                <a:spcPts val="0"/>
              </a:spcAft>
              <a:buClr>
                <a:schemeClr val="accent1"/>
              </a:buClr>
              <a:buSzPts val="1000"/>
              <a:buNone/>
              <a:defRPr sz="1000" b="1">
                <a:solidFill>
                  <a:schemeClr val="accent1"/>
                </a:solidFill>
              </a:defRPr>
            </a:lvl4pPr>
            <a:lvl5pPr lvl="4" rtl="0">
              <a:spcBef>
                <a:spcPts val="200"/>
              </a:spcBef>
              <a:spcAft>
                <a:spcPts val="0"/>
              </a:spcAft>
              <a:buClr>
                <a:schemeClr val="accent1"/>
              </a:buClr>
              <a:buSzPts val="1000"/>
              <a:buNone/>
              <a:defRPr sz="1000" b="1">
                <a:solidFill>
                  <a:schemeClr val="accent1"/>
                </a:solidFill>
              </a:defRPr>
            </a:lvl5pPr>
            <a:lvl6pPr lvl="5" rtl="0">
              <a:spcBef>
                <a:spcPts val="200"/>
              </a:spcBef>
              <a:spcAft>
                <a:spcPts val="0"/>
              </a:spcAft>
              <a:buClr>
                <a:schemeClr val="accent1"/>
              </a:buClr>
              <a:buSzPts val="1000"/>
              <a:buNone/>
              <a:defRPr sz="1000" b="1">
                <a:solidFill>
                  <a:schemeClr val="accent1"/>
                </a:solidFill>
              </a:defRPr>
            </a:lvl6pPr>
            <a:lvl7pPr lvl="6" rtl="0">
              <a:spcBef>
                <a:spcPts val="200"/>
              </a:spcBef>
              <a:spcAft>
                <a:spcPts val="0"/>
              </a:spcAft>
              <a:buClr>
                <a:schemeClr val="accent1"/>
              </a:buClr>
              <a:buSzPts val="1000"/>
              <a:buNone/>
              <a:defRPr sz="1000" b="1">
                <a:solidFill>
                  <a:schemeClr val="accent1"/>
                </a:solidFill>
              </a:defRPr>
            </a:lvl7pPr>
            <a:lvl8pPr lvl="7" rtl="0">
              <a:spcBef>
                <a:spcPts val="200"/>
              </a:spcBef>
              <a:spcAft>
                <a:spcPts val="0"/>
              </a:spcAft>
              <a:buClr>
                <a:schemeClr val="accent1"/>
              </a:buClr>
              <a:buSzPts val="1000"/>
              <a:buNone/>
              <a:defRPr sz="1000" b="1">
                <a:solidFill>
                  <a:schemeClr val="accent1"/>
                </a:solidFill>
              </a:defRPr>
            </a:lvl8pPr>
            <a:lvl9pPr lvl="8" rtl="0">
              <a:spcBef>
                <a:spcPts val="200"/>
              </a:spcBef>
              <a:spcAft>
                <a:spcPts val="200"/>
              </a:spcAft>
              <a:buClr>
                <a:schemeClr val="accent1"/>
              </a:buClr>
              <a:buSzPts val="1000"/>
              <a:buNone/>
              <a:defRPr sz="1000" b="1">
                <a:solidFill>
                  <a:schemeClr val="accent1"/>
                </a:solidFill>
              </a:defRPr>
            </a:lvl9pPr>
          </a:lstStyle>
          <a:p>
            <a:endParaRPr/>
          </a:p>
        </p:txBody>
      </p:sp>
      <p:sp>
        <p:nvSpPr>
          <p:cNvPr id="434" name="Google Shape;434;p13"/>
          <p:cNvSpPr txBox="1">
            <a:spLocks noGrp="1"/>
          </p:cNvSpPr>
          <p:nvPr>
            <p:ph type="subTitle" idx="62"/>
          </p:nvPr>
        </p:nvSpPr>
        <p:spPr>
          <a:xfrm>
            <a:off x="5437688" y="1077905"/>
            <a:ext cx="867600" cy="183000"/>
          </a:xfrm>
          <a:prstGeom prst="rect">
            <a:avLst/>
          </a:prstGeom>
          <a:noFill/>
        </p:spPr>
        <p:txBody>
          <a:bodyPr spcFirstLastPara="1" wrap="square" lIns="0" tIns="0" rIns="0" bIns="0" anchor="t" anchorCtr="0">
            <a:noAutofit/>
          </a:bodyPr>
          <a:lstStyle>
            <a:lvl1pPr lvl="0" rtl="0">
              <a:spcBef>
                <a:spcPts val="0"/>
              </a:spcBef>
              <a:spcAft>
                <a:spcPts val="0"/>
              </a:spcAft>
              <a:buSzPts val="700"/>
              <a:buNone/>
              <a:defRPr sz="700"/>
            </a:lvl1pPr>
            <a:lvl2pPr lvl="1" rtl="0">
              <a:spcBef>
                <a:spcPts val="200"/>
              </a:spcBef>
              <a:spcAft>
                <a:spcPts val="0"/>
              </a:spcAft>
              <a:buSzPts val="800"/>
              <a:buNone/>
              <a:defRPr sz="800"/>
            </a:lvl2pPr>
            <a:lvl3pPr lvl="2" rtl="0">
              <a:spcBef>
                <a:spcPts val="200"/>
              </a:spcBef>
              <a:spcAft>
                <a:spcPts val="0"/>
              </a:spcAft>
              <a:buSzPts val="800"/>
              <a:buNone/>
              <a:defRPr sz="800"/>
            </a:lvl3pPr>
            <a:lvl4pPr lvl="3" rtl="0">
              <a:spcBef>
                <a:spcPts val="200"/>
              </a:spcBef>
              <a:spcAft>
                <a:spcPts val="0"/>
              </a:spcAft>
              <a:buSzPts val="800"/>
              <a:buNone/>
              <a:defRPr sz="800"/>
            </a:lvl4pPr>
            <a:lvl5pPr lvl="4" rtl="0">
              <a:spcBef>
                <a:spcPts val="200"/>
              </a:spcBef>
              <a:spcAft>
                <a:spcPts val="0"/>
              </a:spcAft>
              <a:buSzPts val="800"/>
              <a:buNone/>
              <a:defRPr sz="800"/>
            </a:lvl5pPr>
            <a:lvl6pPr lvl="5" rtl="0">
              <a:spcBef>
                <a:spcPts val="200"/>
              </a:spcBef>
              <a:spcAft>
                <a:spcPts val="0"/>
              </a:spcAft>
              <a:buSzPts val="800"/>
              <a:buNone/>
              <a:defRPr sz="800"/>
            </a:lvl6pPr>
            <a:lvl7pPr lvl="6" rtl="0">
              <a:spcBef>
                <a:spcPts val="200"/>
              </a:spcBef>
              <a:spcAft>
                <a:spcPts val="0"/>
              </a:spcAft>
              <a:buSzPts val="800"/>
              <a:buNone/>
              <a:defRPr sz="800"/>
            </a:lvl7pPr>
            <a:lvl8pPr lvl="7" rtl="0">
              <a:spcBef>
                <a:spcPts val="200"/>
              </a:spcBef>
              <a:spcAft>
                <a:spcPts val="0"/>
              </a:spcAft>
              <a:buSzPts val="800"/>
              <a:buNone/>
              <a:defRPr sz="800"/>
            </a:lvl8pPr>
            <a:lvl9pPr lvl="8" rtl="0">
              <a:spcBef>
                <a:spcPts val="200"/>
              </a:spcBef>
              <a:spcAft>
                <a:spcPts val="200"/>
              </a:spcAft>
              <a:buSzPts val="800"/>
              <a:buNone/>
              <a:defRPr sz="800"/>
            </a:lvl9pPr>
          </a:lstStyle>
          <a:p>
            <a:endParaRPr/>
          </a:p>
        </p:txBody>
      </p:sp>
      <p:sp>
        <p:nvSpPr>
          <p:cNvPr id="435" name="Google Shape;435;p13"/>
          <p:cNvSpPr txBox="1">
            <a:spLocks noGrp="1"/>
          </p:cNvSpPr>
          <p:nvPr>
            <p:ph type="subTitle" idx="63"/>
          </p:nvPr>
        </p:nvSpPr>
        <p:spPr>
          <a:xfrm>
            <a:off x="5437688" y="941405"/>
            <a:ext cx="867600" cy="183000"/>
          </a:xfrm>
          <a:prstGeom prst="rect">
            <a:avLst/>
          </a:prstGeom>
          <a:noFill/>
        </p:spPr>
        <p:txBody>
          <a:bodyPr spcFirstLastPara="1" wrap="square" lIns="0" tIns="0" rIns="0" bIns="0" anchor="t" anchorCtr="0">
            <a:noAutofit/>
          </a:bodyPr>
          <a:lstStyle>
            <a:lvl1pPr lvl="0" rtl="0">
              <a:spcBef>
                <a:spcPts val="0"/>
              </a:spcBef>
              <a:spcAft>
                <a:spcPts val="0"/>
              </a:spcAft>
              <a:buClr>
                <a:schemeClr val="accent1"/>
              </a:buClr>
              <a:buSzPts val="800"/>
              <a:buNone/>
              <a:defRPr sz="800" b="1">
                <a:solidFill>
                  <a:schemeClr val="accent1"/>
                </a:solidFill>
              </a:defRPr>
            </a:lvl1pPr>
            <a:lvl2pPr lvl="1" rtl="0">
              <a:spcBef>
                <a:spcPts val="200"/>
              </a:spcBef>
              <a:spcAft>
                <a:spcPts val="0"/>
              </a:spcAft>
              <a:buClr>
                <a:schemeClr val="accent3"/>
              </a:buClr>
              <a:buSzPts val="1000"/>
              <a:buNone/>
              <a:defRPr sz="1000" b="1">
                <a:solidFill>
                  <a:schemeClr val="accent3"/>
                </a:solidFill>
              </a:defRPr>
            </a:lvl2pPr>
            <a:lvl3pPr lvl="2" rtl="0">
              <a:spcBef>
                <a:spcPts val="200"/>
              </a:spcBef>
              <a:spcAft>
                <a:spcPts val="0"/>
              </a:spcAft>
              <a:buClr>
                <a:schemeClr val="accent3"/>
              </a:buClr>
              <a:buSzPts val="1000"/>
              <a:buNone/>
              <a:defRPr sz="1000" b="1">
                <a:solidFill>
                  <a:schemeClr val="accent3"/>
                </a:solidFill>
              </a:defRPr>
            </a:lvl3pPr>
            <a:lvl4pPr lvl="3" rtl="0">
              <a:spcBef>
                <a:spcPts val="200"/>
              </a:spcBef>
              <a:spcAft>
                <a:spcPts val="0"/>
              </a:spcAft>
              <a:buClr>
                <a:schemeClr val="accent3"/>
              </a:buClr>
              <a:buSzPts val="1000"/>
              <a:buNone/>
              <a:defRPr sz="1000" b="1">
                <a:solidFill>
                  <a:schemeClr val="accent3"/>
                </a:solidFill>
              </a:defRPr>
            </a:lvl4pPr>
            <a:lvl5pPr lvl="4" rtl="0">
              <a:spcBef>
                <a:spcPts val="200"/>
              </a:spcBef>
              <a:spcAft>
                <a:spcPts val="0"/>
              </a:spcAft>
              <a:buClr>
                <a:schemeClr val="accent3"/>
              </a:buClr>
              <a:buSzPts val="1000"/>
              <a:buNone/>
              <a:defRPr sz="1000" b="1">
                <a:solidFill>
                  <a:schemeClr val="accent3"/>
                </a:solidFill>
              </a:defRPr>
            </a:lvl5pPr>
            <a:lvl6pPr lvl="5" rtl="0">
              <a:spcBef>
                <a:spcPts val="200"/>
              </a:spcBef>
              <a:spcAft>
                <a:spcPts val="0"/>
              </a:spcAft>
              <a:buClr>
                <a:schemeClr val="accent3"/>
              </a:buClr>
              <a:buSzPts val="1000"/>
              <a:buNone/>
              <a:defRPr sz="1000" b="1">
                <a:solidFill>
                  <a:schemeClr val="accent3"/>
                </a:solidFill>
              </a:defRPr>
            </a:lvl6pPr>
            <a:lvl7pPr lvl="6" rtl="0">
              <a:spcBef>
                <a:spcPts val="200"/>
              </a:spcBef>
              <a:spcAft>
                <a:spcPts val="0"/>
              </a:spcAft>
              <a:buClr>
                <a:schemeClr val="accent3"/>
              </a:buClr>
              <a:buSzPts val="1000"/>
              <a:buNone/>
              <a:defRPr sz="1000" b="1">
                <a:solidFill>
                  <a:schemeClr val="accent3"/>
                </a:solidFill>
              </a:defRPr>
            </a:lvl7pPr>
            <a:lvl8pPr lvl="7" rtl="0">
              <a:spcBef>
                <a:spcPts val="200"/>
              </a:spcBef>
              <a:spcAft>
                <a:spcPts val="0"/>
              </a:spcAft>
              <a:buClr>
                <a:schemeClr val="accent3"/>
              </a:buClr>
              <a:buSzPts val="1000"/>
              <a:buNone/>
              <a:defRPr sz="1000" b="1">
                <a:solidFill>
                  <a:schemeClr val="accent3"/>
                </a:solidFill>
              </a:defRPr>
            </a:lvl8pPr>
            <a:lvl9pPr lvl="8" rtl="0">
              <a:spcBef>
                <a:spcPts val="200"/>
              </a:spcBef>
              <a:spcAft>
                <a:spcPts val="200"/>
              </a:spcAft>
              <a:buClr>
                <a:schemeClr val="accent3"/>
              </a:buClr>
              <a:buSzPts val="1000"/>
              <a:buNone/>
              <a:defRPr sz="1000" b="1">
                <a:solidFill>
                  <a:schemeClr val="accent3"/>
                </a:solidFill>
              </a:defRPr>
            </a:lvl9pPr>
          </a:lstStyle>
          <a:p>
            <a:endParaRPr/>
          </a:p>
        </p:txBody>
      </p:sp>
      <p:pic>
        <p:nvPicPr>
          <p:cNvPr id="436" name="Google Shape;436;p13"/>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Column (Vertical Style)">
  <p:cSld name="Title Only with subtitle _1_1_1">
    <p:spTree>
      <p:nvGrpSpPr>
        <p:cNvPr id="1" name="Shape 545"/>
        <p:cNvGrpSpPr/>
        <p:nvPr/>
      </p:nvGrpSpPr>
      <p:grpSpPr>
        <a:xfrm>
          <a:off x="0" y="0"/>
          <a:ext cx="0" cy="0"/>
          <a:chOff x="0" y="0"/>
          <a:chExt cx="0" cy="0"/>
        </a:xfrm>
      </p:grpSpPr>
      <p:sp>
        <p:nvSpPr>
          <p:cNvPr id="546" name="Google Shape;546;p23"/>
          <p:cNvSpPr/>
          <p:nvPr/>
        </p:nvSpPr>
        <p:spPr>
          <a:xfrm>
            <a:off x="0" y="0"/>
            <a:ext cx="22683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3"/>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548" name="Google Shape;548;p23"/>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549" name="Google Shape;549;p23"/>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550" name="Google Shape;550;p23"/>
          <p:cNvSpPr txBox="1">
            <a:spLocks noGrp="1"/>
          </p:cNvSpPr>
          <p:nvPr>
            <p:ph type="title"/>
          </p:nvPr>
        </p:nvSpPr>
        <p:spPr>
          <a:xfrm>
            <a:off x="415625" y="372600"/>
            <a:ext cx="16350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a:endParaRPr/>
          </a:p>
        </p:txBody>
      </p:sp>
      <p:pic>
        <p:nvPicPr>
          <p:cNvPr id="551" name="Google Shape;551;p23"/>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70">
          <p15:clr>
            <a:srgbClr val="FA7B17"/>
          </p15:clr>
        </p15:guide>
        <p15:guide id="4" orient="horz" pos="235">
          <p15:clr>
            <a:srgbClr val="FA7B17"/>
          </p15:clr>
        </p15:guide>
        <p15:guide id="5" pos="1665">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2"/>
        <p:cNvGrpSpPr/>
        <p:nvPr/>
      </p:nvGrpSpPr>
      <p:grpSpPr>
        <a:xfrm>
          <a:off x="0" y="0"/>
          <a:ext cx="0" cy="0"/>
          <a:chOff x="0" y="0"/>
          <a:chExt cx="0" cy="0"/>
        </a:xfrm>
      </p:grpSpPr>
      <p:sp>
        <p:nvSpPr>
          <p:cNvPr id="553" name="Google Shape;553;p24"/>
          <p:cNvSpPr/>
          <p:nvPr/>
        </p:nvSpPr>
        <p:spPr>
          <a:xfrm>
            <a:off x="0" y="0"/>
            <a:ext cx="118800" cy="118800"/>
          </a:xfrm>
          <a:prstGeom prst="rect">
            <a:avLst/>
          </a:prstGeom>
          <a:solidFill>
            <a:srgbClr val="E26C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4"/>
          <p:cNvSpPr/>
          <p:nvPr/>
        </p:nvSpPr>
        <p:spPr>
          <a:xfrm>
            <a:off x="146704" y="0"/>
            <a:ext cx="118800" cy="118800"/>
          </a:xfrm>
          <a:prstGeom prst="rect">
            <a:avLst/>
          </a:prstGeom>
          <a:solidFill>
            <a:srgbClr val="B25B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4"/>
          <p:cNvSpPr/>
          <p:nvPr/>
        </p:nvSpPr>
        <p:spPr>
          <a:xfrm>
            <a:off x="293409" y="0"/>
            <a:ext cx="118800" cy="118800"/>
          </a:xfrm>
          <a:prstGeom prst="rect">
            <a:avLst/>
          </a:prstGeom>
          <a:solidFill>
            <a:srgbClr val="FF6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4"/>
          <p:cNvSpPr/>
          <p:nvPr/>
        </p:nvSpPr>
        <p:spPr>
          <a:xfrm>
            <a:off x="440113" y="0"/>
            <a:ext cx="118800" cy="118800"/>
          </a:xfrm>
          <a:prstGeom prst="rect">
            <a:avLst/>
          </a:prstGeom>
          <a:solidFill>
            <a:srgbClr val="AC77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4"/>
          <p:cNvSpPr/>
          <p:nvPr/>
        </p:nvSpPr>
        <p:spPr>
          <a:xfrm>
            <a:off x="0" y="0"/>
            <a:ext cx="1031400" cy="941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170">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am - 5 Photos Style 1">
  <p:cSld name="Title Only 1_2">
    <p:spTree>
      <p:nvGrpSpPr>
        <p:cNvPr id="1" name="Shape 558"/>
        <p:cNvGrpSpPr/>
        <p:nvPr/>
      </p:nvGrpSpPr>
      <p:grpSpPr>
        <a:xfrm>
          <a:off x="0" y="0"/>
          <a:ext cx="0" cy="0"/>
          <a:chOff x="0" y="0"/>
          <a:chExt cx="0" cy="0"/>
        </a:xfrm>
      </p:grpSpPr>
      <p:sp>
        <p:nvSpPr>
          <p:cNvPr id="559" name="Google Shape;559;p25"/>
          <p:cNvSpPr/>
          <p:nvPr/>
        </p:nvSpPr>
        <p:spPr>
          <a:xfrm>
            <a:off x="0" y="0"/>
            <a:ext cx="9144000" cy="2241900"/>
          </a:xfrm>
          <a:prstGeom prst="rect">
            <a:avLst/>
          </a:prstGeom>
          <a:solidFill>
            <a:srgbClr val="000000">
              <a:alpha val="4470"/>
            </a:srgb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560" name="Google Shape;560;p25"/>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561" name="Google Shape;561;p25"/>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562" name="Google Shape;562;p25"/>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563" name="Google Shape;563;p25"/>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2000"/>
              <a:buNone/>
              <a:defRPr sz="2000">
                <a:solidFill>
                  <a:schemeClr val="lt1"/>
                </a:solidFill>
              </a:defRPr>
            </a:lvl2pPr>
            <a:lvl3pPr lvl="2" rtl="0">
              <a:spcBef>
                <a:spcPts val="0"/>
              </a:spcBef>
              <a:spcAft>
                <a:spcPts val="0"/>
              </a:spcAft>
              <a:buClr>
                <a:schemeClr val="lt1"/>
              </a:buClr>
              <a:buSzPts val="2000"/>
              <a:buNone/>
              <a:defRPr sz="2000">
                <a:solidFill>
                  <a:schemeClr val="lt1"/>
                </a:solidFill>
              </a:defRPr>
            </a:lvl3pPr>
            <a:lvl4pPr lvl="3" rtl="0">
              <a:spcBef>
                <a:spcPts val="0"/>
              </a:spcBef>
              <a:spcAft>
                <a:spcPts val="0"/>
              </a:spcAft>
              <a:buClr>
                <a:schemeClr val="lt1"/>
              </a:buClr>
              <a:buSzPts val="2000"/>
              <a:buNone/>
              <a:defRPr sz="2000">
                <a:solidFill>
                  <a:schemeClr val="lt1"/>
                </a:solidFill>
              </a:defRPr>
            </a:lvl4pPr>
            <a:lvl5pPr lvl="4" rtl="0">
              <a:spcBef>
                <a:spcPts val="0"/>
              </a:spcBef>
              <a:spcAft>
                <a:spcPts val="0"/>
              </a:spcAft>
              <a:buClr>
                <a:schemeClr val="lt1"/>
              </a:buClr>
              <a:buSzPts val="2000"/>
              <a:buNone/>
              <a:defRPr sz="2000">
                <a:solidFill>
                  <a:schemeClr val="lt1"/>
                </a:solidFill>
              </a:defRPr>
            </a:lvl5pPr>
            <a:lvl6pPr lvl="5" rtl="0">
              <a:spcBef>
                <a:spcPts val="0"/>
              </a:spcBef>
              <a:spcAft>
                <a:spcPts val="0"/>
              </a:spcAft>
              <a:buClr>
                <a:schemeClr val="lt1"/>
              </a:buClr>
              <a:buSzPts val="2000"/>
              <a:buNone/>
              <a:defRPr sz="2000">
                <a:solidFill>
                  <a:schemeClr val="lt1"/>
                </a:solidFill>
              </a:defRPr>
            </a:lvl6pPr>
            <a:lvl7pPr lvl="6" rtl="0">
              <a:spcBef>
                <a:spcPts val="0"/>
              </a:spcBef>
              <a:spcAft>
                <a:spcPts val="0"/>
              </a:spcAft>
              <a:buClr>
                <a:schemeClr val="lt1"/>
              </a:buClr>
              <a:buSzPts val="2000"/>
              <a:buNone/>
              <a:defRPr sz="2000">
                <a:solidFill>
                  <a:schemeClr val="lt1"/>
                </a:solidFill>
              </a:defRPr>
            </a:lvl7pPr>
            <a:lvl8pPr lvl="7" rtl="0">
              <a:spcBef>
                <a:spcPts val="0"/>
              </a:spcBef>
              <a:spcAft>
                <a:spcPts val="0"/>
              </a:spcAft>
              <a:buClr>
                <a:schemeClr val="lt1"/>
              </a:buClr>
              <a:buSzPts val="2000"/>
              <a:buNone/>
              <a:defRPr sz="2000">
                <a:solidFill>
                  <a:schemeClr val="lt1"/>
                </a:solidFill>
              </a:defRPr>
            </a:lvl8pPr>
            <a:lvl9pPr lvl="8" rtl="0">
              <a:spcBef>
                <a:spcPts val="0"/>
              </a:spcBef>
              <a:spcAft>
                <a:spcPts val="0"/>
              </a:spcAft>
              <a:buClr>
                <a:schemeClr val="lt1"/>
              </a:buClr>
              <a:buSzPts val="2000"/>
              <a:buNone/>
              <a:defRPr sz="2000">
                <a:solidFill>
                  <a:schemeClr val="lt1"/>
                </a:solidFill>
              </a:defRPr>
            </a:lvl9pPr>
          </a:lstStyle>
          <a:p>
            <a:endParaRPr/>
          </a:p>
        </p:txBody>
      </p:sp>
      <p:sp>
        <p:nvSpPr>
          <p:cNvPr id="564" name="Google Shape;564;p25"/>
          <p:cNvSpPr>
            <a:spLocks noGrp="1"/>
          </p:cNvSpPr>
          <p:nvPr>
            <p:ph type="pic" idx="2"/>
          </p:nvPr>
        </p:nvSpPr>
        <p:spPr>
          <a:xfrm>
            <a:off x="717850" y="1748969"/>
            <a:ext cx="1005900" cy="1005900"/>
          </a:xfrm>
          <a:prstGeom prst="ellipse">
            <a:avLst/>
          </a:prstGeom>
          <a:noFill/>
          <a:ln w="19050" cap="flat" cmpd="sng">
            <a:solidFill>
              <a:schemeClr val="dk1"/>
            </a:solidFill>
            <a:prstDash val="solid"/>
            <a:round/>
            <a:headEnd type="none" w="sm" len="sm"/>
            <a:tailEnd type="none" w="sm" len="sm"/>
          </a:ln>
        </p:spPr>
      </p:sp>
      <p:sp>
        <p:nvSpPr>
          <p:cNvPr id="565" name="Google Shape;565;p25"/>
          <p:cNvSpPr/>
          <p:nvPr/>
        </p:nvSpPr>
        <p:spPr>
          <a:xfrm rot="5400000" flipH="1">
            <a:off x="8942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cxnSp>
        <p:nvCxnSpPr>
          <p:cNvPr id="566" name="Google Shape;566;p25"/>
          <p:cNvCxnSpPr/>
          <p:nvPr/>
        </p:nvCxnSpPr>
        <p:spPr>
          <a:xfrm>
            <a:off x="6206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567" name="Google Shape;567;p25"/>
          <p:cNvSpPr txBox="1">
            <a:spLocks noGrp="1"/>
          </p:cNvSpPr>
          <p:nvPr>
            <p:ph type="subTitle" idx="1"/>
          </p:nvPr>
        </p:nvSpPr>
        <p:spPr>
          <a:xfrm>
            <a:off x="4435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68" name="Google Shape;568;p25"/>
          <p:cNvSpPr txBox="1">
            <a:spLocks noGrp="1"/>
          </p:cNvSpPr>
          <p:nvPr>
            <p:ph type="subTitle" idx="3"/>
          </p:nvPr>
        </p:nvSpPr>
        <p:spPr>
          <a:xfrm>
            <a:off x="4435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569" name="Google Shape;569;p25"/>
          <p:cNvSpPr txBox="1">
            <a:spLocks noGrp="1"/>
          </p:cNvSpPr>
          <p:nvPr>
            <p:ph type="subTitle" idx="4"/>
          </p:nvPr>
        </p:nvSpPr>
        <p:spPr>
          <a:xfrm>
            <a:off x="4435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70" name="Google Shape;570;p25"/>
          <p:cNvSpPr>
            <a:spLocks noGrp="1"/>
          </p:cNvSpPr>
          <p:nvPr>
            <p:ph type="pic" idx="5"/>
          </p:nvPr>
        </p:nvSpPr>
        <p:spPr>
          <a:xfrm>
            <a:off x="2393450" y="1748969"/>
            <a:ext cx="1005900" cy="1005900"/>
          </a:xfrm>
          <a:prstGeom prst="ellipse">
            <a:avLst/>
          </a:prstGeom>
          <a:noFill/>
          <a:ln w="19050" cap="flat" cmpd="sng">
            <a:solidFill>
              <a:schemeClr val="dk1"/>
            </a:solidFill>
            <a:prstDash val="solid"/>
            <a:round/>
            <a:headEnd type="none" w="sm" len="sm"/>
            <a:tailEnd type="none" w="sm" len="sm"/>
          </a:ln>
        </p:spPr>
      </p:sp>
      <p:sp>
        <p:nvSpPr>
          <p:cNvPr id="571" name="Google Shape;571;p25"/>
          <p:cNvSpPr/>
          <p:nvPr/>
        </p:nvSpPr>
        <p:spPr>
          <a:xfrm rot="5400000" flipH="1">
            <a:off x="25698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cxnSp>
        <p:nvCxnSpPr>
          <p:cNvPr id="572" name="Google Shape;572;p25"/>
          <p:cNvCxnSpPr/>
          <p:nvPr/>
        </p:nvCxnSpPr>
        <p:spPr>
          <a:xfrm>
            <a:off x="22962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573" name="Google Shape;573;p25"/>
          <p:cNvSpPr txBox="1">
            <a:spLocks noGrp="1"/>
          </p:cNvSpPr>
          <p:nvPr>
            <p:ph type="subTitle" idx="6"/>
          </p:nvPr>
        </p:nvSpPr>
        <p:spPr>
          <a:xfrm>
            <a:off x="21191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74" name="Google Shape;574;p25"/>
          <p:cNvSpPr txBox="1">
            <a:spLocks noGrp="1"/>
          </p:cNvSpPr>
          <p:nvPr>
            <p:ph type="subTitle" idx="7"/>
          </p:nvPr>
        </p:nvSpPr>
        <p:spPr>
          <a:xfrm>
            <a:off x="21191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575" name="Google Shape;575;p25"/>
          <p:cNvSpPr txBox="1">
            <a:spLocks noGrp="1"/>
          </p:cNvSpPr>
          <p:nvPr>
            <p:ph type="subTitle" idx="8"/>
          </p:nvPr>
        </p:nvSpPr>
        <p:spPr>
          <a:xfrm>
            <a:off x="21191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76" name="Google Shape;576;p25"/>
          <p:cNvSpPr>
            <a:spLocks noGrp="1"/>
          </p:cNvSpPr>
          <p:nvPr>
            <p:ph type="pic" idx="9"/>
          </p:nvPr>
        </p:nvSpPr>
        <p:spPr>
          <a:xfrm>
            <a:off x="4069050" y="1748969"/>
            <a:ext cx="1005900" cy="1005900"/>
          </a:xfrm>
          <a:prstGeom prst="ellipse">
            <a:avLst/>
          </a:prstGeom>
          <a:noFill/>
          <a:ln w="19050" cap="flat" cmpd="sng">
            <a:solidFill>
              <a:schemeClr val="dk1"/>
            </a:solidFill>
            <a:prstDash val="solid"/>
            <a:round/>
            <a:headEnd type="none" w="sm" len="sm"/>
            <a:tailEnd type="none" w="sm" len="sm"/>
          </a:ln>
        </p:spPr>
      </p:sp>
      <p:sp>
        <p:nvSpPr>
          <p:cNvPr id="577" name="Google Shape;577;p25"/>
          <p:cNvSpPr/>
          <p:nvPr/>
        </p:nvSpPr>
        <p:spPr>
          <a:xfrm rot="5400000" flipH="1">
            <a:off x="42454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cxnSp>
        <p:nvCxnSpPr>
          <p:cNvPr id="578" name="Google Shape;578;p25"/>
          <p:cNvCxnSpPr/>
          <p:nvPr/>
        </p:nvCxnSpPr>
        <p:spPr>
          <a:xfrm>
            <a:off x="39718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579" name="Google Shape;579;p25"/>
          <p:cNvSpPr txBox="1">
            <a:spLocks noGrp="1"/>
          </p:cNvSpPr>
          <p:nvPr>
            <p:ph type="subTitle" idx="13"/>
          </p:nvPr>
        </p:nvSpPr>
        <p:spPr>
          <a:xfrm>
            <a:off x="37947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80" name="Google Shape;580;p25"/>
          <p:cNvSpPr txBox="1">
            <a:spLocks noGrp="1"/>
          </p:cNvSpPr>
          <p:nvPr>
            <p:ph type="subTitle" idx="14"/>
          </p:nvPr>
        </p:nvSpPr>
        <p:spPr>
          <a:xfrm>
            <a:off x="37947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581" name="Google Shape;581;p25"/>
          <p:cNvSpPr txBox="1">
            <a:spLocks noGrp="1"/>
          </p:cNvSpPr>
          <p:nvPr>
            <p:ph type="subTitle" idx="15"/>
          </p:nvPr>
        </p:nvSpPr>
        <p:spPr>
          <a:xfrm>
            <a:off x="37947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82" name="Google Shape;582;p25"/>
          <p:cNvSpPr>
            <a:spLocks noGrp="1"/>
          </p:cNvSpPr>
          <p:nvPr>
            <p:ph type="pic" idx="16"/>
          </p:nvPr>
        </p:nvSpPr>
        <p:spPr>
          <a:xfrm>
            <a:off x="5744650" y="1748969"/>
            <a:ext cx="1005900" cy="1005900"/>
          </a:xfrm>
          <a:prstGeom prst="ellipse">
            <a:avLst/>
          </a:prstGeom>
          <a:noFill/>
          <a:ln w="19050" cap="flat" cmpd="sng">
            <a:solidFill>
              <a:schemeClr val="dk1"/>
            </a:solidFill>
            <a:prstDash val="solid"/>
            <a:round/>
            <a:headEnd type="none" w="sm" len="sm"/>
            <a:tailEnd type="none" w="sm" len="sm"/>
          </a:ln>
        </p:spPr>
      </p:sp>
      <p:sp>
        <p:nvSpPr>
          <p:cNvPr id="583" name="Google Shape;583;p25"/>
          <p:cNvSpPr/>
          <p:nvPr/>
        </p:nvSpPr>
        <p:spPr>
          <a:xfrm rot="5400000" flipH="1">
            <a:off x="59210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cxnSp>
        <p:nvCxnSpPr>
          <p:cNvPr id="584" name="Google Shape;584;p25"/>
          <p:cNvCxnSpPr/>
          <p:nvPr/>
        </p:nvCxnSpPr>
        <p:spPr>
          <a:xfrm>
            <a:off x="56474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585" name="Google Shape;585;p25"/>
          <p:cNvSpPr txBox="1">
            <a:spLocks noGrp="1"/>
          </p:cNvSpPr>
          <p:nvPr>
            <p:ph type="subTitle" idx="17"/>
          </p:nvPr>
        </p:nvSpPr>
        <p:spPr>
          <a:xfrm>
            <a:off x="54703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86" name="Google Shape;586;p25"/>
          <p:cNvSpPr txBox="1">
            <a:spLocks noGrp="1"/>
          </p:cNvSpPr>
          <p:nvPr>
            <p:ph type="subTitle" idx="18"/>
          </p:nvPr>
        </p:nvSpPr>
        <p:spPr>
          <a:xfrm>
            <a:off x="54703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587" name="Google Shape;587;p25"/>
          <p:cNvSpPr txBox="1">
            <a:spLocks noGrp="1"/>
          </p:cNvSpPr>
          <p:nvPr>
            <p:ph type="subTitle" idx="19"/>
          </p:nvPr>
        </p:nvSpPr>
        <p:spPr>
          <a:xfrm>
            <a:off x="54703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88" name="Google Shape;588;p25"/>
          <p:cNvSpPr>
            <a:spLocks noGrp="1"/>
          </p:cNvSpPr>
          <p:nvPr>
            <p:ph type="pic" idx="20"/>
          </p:nvPr>
        </p:nvSpPr>
        <p:spPr>
          <a:xfrm>
            <a:off x="7420250" y="1748969"/>
            <a:ext cx="1005900" cy="1005900"/>
          </a:xfrm>
          <a:prstGeom prst="ellipse">
            <a:avLst/>
          </a:prstGeom>
          <a:noFill/>
          <a:ln w="19050" cap="flat" cmpd="sng">
            <a:solidFill>
              <a:schemeClr val="dk1"/>
            </a:solidFill>
            <a:prstDash val="solid"/>
            <a:round/>
            <a:headEnd type="none" w="sm" len="sm"/>
            <a:tailEnd type="none" w="sm" len="sm"/>
          </a:ln>
        </p:spPr>
      </p:sp>
      <p:sp>
        <p:nvSpPr>
          <p:cNvPr id="589" name="Google Shape;589;p25"/>
          <p:cNvSpPr/>
          <p:nvPr/>
        </p:nvSpPr>
        <p:spPr>
          <a:xfrm rot="5400000" flipH="1">
            <a:off x="75966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cxnSp>
        <p:nvCxnSpPr>
          <p:cNvPr id="590" name="Google Shape;590;p25"/>
          <p:cNvCxnSpPr/>
          <p:nvPr/>
        </p:nvCxnSpPr>
        <p:spPr>
          <a:xfrm>
            <a:off x="73230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591" name="Google Shape;591;p25"/>
          <p:cNvSpPr txBox="1">
            <a:spLocks noGrp="1"/>
          </p:cNvSpPr>
          <p:nvPr>
            <p:ph type="subTitle" idx="21"/>
          </p:nvPr>
        </p:nvSpPr>
        <p:spPr>
          <a:xfrm>
            <a:off x="71459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592" name="Google Shape;592;p25"/>
          <p:cNvSpPr txBox="1">
            <a:spLocks noGrp="1"/>
          </p:cNvSpPr>
          <p:nvPr>
            <p:ph type="subTitle" idx="22"/>
          </p:nvPr>
        </p:nvSpPr>
        <p:spPr>
          <a:xfrm>
            <a:off x="71459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593" name="Google Shape;593;p25"/>
          <p:cNvSpPr txBox="1">
            <a:spLocks noGrp="1"/>
          </p:cNvSpPr>
          <p:nvPr>
            <p:ph type="subTitle" idx="23"/>
          </p:nvPr>
        </p:nvSpPr>
        <p:spPr>
          <a:xfrm>
            <a:off x="71459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pic>
        <p:nvPicPr>
          <p:cNvPr id="594" name="Google Shape;594;p25"/>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6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am - 5 Photos Style 2">
  <p:cSld name="Title Only 1_2_2">
    <p:spTree>
      <p:nvGrpSpPr>
        <p:cNvPr id="1" name="Shape 595"/>
        <p:cNvGrpSpPr/>
        <p:nvPr/>
      </p:nvGrpSpPr>
      <p:grpSpPr>
        <a:xfrm>
          <a:off x="0" y="0"/>
          <a:ext cx="0" cy="0"/>
          <a:chOff x="0" y="0"/>
          <a:chExt cx="0" cy="0"/>
        </a:xfrm>
      </p:grpSpPr>
      <p:sp>
        <p:nvSpPr>
          <p:cNvPr id="596" name="Google Shape;596;p26"/>
          <p:cNvSpPr/>
          <p:nvPr/>
        </p:nvSpPr>
        <p:spPr>
          <a:xfrm>
            <a:off x="0" y="0"/>
            <a:ext cx="9144000" cy="2241900"/>
          </a:xfrm>
          <a:prstGeom prst="rect">
            <a:avLst/>
          </a:prstGeom>
          <a:gradFill>
            <a:gsLst>
              <a:gs pos="0">
                <a:srgbClr val="FF4E02">
                  <a:alpha val="4470"/>
                </a:srgbClr>
              </a:gs>
              <a:gs pos="48000">
                <a:srgbClr val="F69323">
                  <a:alpha val="4470"/>
                </a:srgbClr>
              </a:gs>
              <a:gs pos="100000">
                <a:srgbClr val="FABC75">
                  <a:alpha val="4470"/>
                </a:srgbClr>
              </a:gs>
            </a:gsLst>
            <a:lin ang="16198662"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597" name="Google Shape;597;p26"/>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598" name="Google Shape;598;p26"/>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599" name="Google Shape;599;p26"/>
          <p:cNvSpPr>
            <a:spLocks noGrp="1"/>
          </p:cNvSpPr>
          <p:nvPr>
            <p:ph type="pic" idx="2"/>
          </p:nvPr>
        </p:nvSpPr>
        <p:spPr>
          <a:xfrm>
            <a:off x="717850" y="1748969"/>
            <a:ext cx="1005900" cy="1005900"/>
          </a:xfrm>
          <a:prstGeom prst="ellipse">
            <a:avLst/>
          </a:prstGeom>
          <a:noFill/>
          <a:ln w="19050" cap="flat" cmpd="sng">
            <a:solidFill>
              <a:schemeClr val="dk1"/>
            </a:solidFill>
            <a:prstDash val="solid"/>
            <a:round/>
            <a:headEnd type="none" w="sm" len="sm"/>
            <a:tailEnd type="none" w="sm" len="sm"/>
          </a:ln>
        </p:spPr>
      </p:sp>
      <p:sp>
        <p:nvSpPr>
          <p:cNvPr id="600" name="Google Shape;600;p26"/>
          <p:cNvSpPr/>
          <p:nvPr/>
        </p:nvSpPr>
        <p:spPr>
          <a:xfrm rot="5400000" flipH="1">
            <a:off x="8942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01" name="Google Shape;601;p26"/>
          <p:cNvSpPr>
            <a:spLocks noGrp="1"/>
          </p:cNvSpPr>
          <p:nvPr>
            <p:ph type="pic" idx="3"/>
          </p:nvPr>
        </p:nvSpPr>
        <p:spPr>
          <a:xfrm>
            <a:off x="2393450" y="1748969"/>
            <a:ext cx="1005900" cy="1005900"/>
          </a:xfrm>
          <a:prstGeom prst="ellipse">
            <a:avLst/>
          </a:prstGeom>
          <a:noFill/>
          <a:ln w="19050" cap="flat" cmpd="sng">
            <a:solidFill>
              <a:schemeClr val="dk1"/>
            </a:solidFill>
            <a:prstDash val="solid"/>
            <a:round/>
            <a:headEnd type="none" w="sm" len="sm"/>
            <a:tailEnd type="none" w="sm" len="sm"/>
          </a:ln>
        </p:spPr>
      </p:sp>
      <p:sp>
        <p:nvSpPr>
          <p:cNvPr id="602" name="Google Shape;602;p26"/>
          <p:cNvSpPr/>
          <p:nvPr/>
        </p:nvSpPr>
        <p:spPr>
          <a:xfrm rot="5400000" flipH="1">
            <a:off x="25698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03" name="Google Shape;603;p26"/>
          <p:cNvSpPr>
            <a:spLocks noGrp="1"/>
          </p:cNvSpPr>
          <p:nvPr>
            <p:ph type="pic" idx="4"/>
          </p:nvPr>
        </p:nvSpPr>
        <p:spPr>
          <a:xfrm>
            <a:off x="4069050" y="1748969"/>
            <a:ext cx="1005900" cy="1005900"/>
          </a:xfrm>
          <a:prstGeom prst="ellipse">
            <a:avLst/>
          </a:prstGeom>
          <a:noFill/>
          <a:ln w="19050" cap="flat" cmpd="sng">
            <a:solidFill>
              <a:schemeClr val="dk1"/>
            </a:solidFill>
            <a:prstDash val="solid"/>
            <a:round/>
            <a:headEnd type="none" w="sm" len="sm"/>
            <a:tailEnd type="none" w="sm" len="sm"/>
          </a:ln>
        </p:spPr>
      </p:sp>
      <p:sp>
        <p:nvSpPr>
          <p:cNvPr id="604" name="Google Shape;604;p26"/>
          <p:cNvSpPr/>
          <p:nvPr/>
        </p:nvSpPr>
        <p:spPr>
          <a:xfrm rot="5400000" flipH="1">
            <a:off x="42454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05" name="Google Shape;605;p26"/>
          <p:cNvSpPr>
            <a:spLocks noGrp="1"/>
          </p:cNvSpPr>
          <p:nvPr>
            <p:ph type="pic" idx="5"/>
          </p:nvPr>
        </p:nvSpPr>
        <p:spPr>
          <a:xfrm>
            <a:off x="5744650" y="1748969"/>
            <a:ext cx="1005900" cy="1005900"/>
          </a:xfrm>
          <a:prstGeom prst="ellipse">
            <a:avLst/>
          </a:prstGeom>
          <a:noFill/>
          <a:ln w="19050" cap="flat" cmpd="sng">
            <a:solidFill>
              <a:schemeClr val="dk1"/>
            </a:solidFill>
            <a:prstDash val="solid"/>
            <a:round/>
            <a:headEnd type="none" w="sm" len="sm"/>
            <a:tailEnd type="none" w="sm" len="sm"/>
          </a:ln>
        </p:spPr>
      </p:sp>
      <p:sp>
        <p:nvSpPr>
          <p:cNvPr id="606" name="Google Shape;606;p26"/>
          <p:cNvSpPr/>
          <p:nvPr/>
        </p:nvSpPr>
        <p:spPr>
          <a:xfrm rot="5400000" flipH="1">
            <a:off x="59210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07" name="Google Shape;607;p26"/>
          <p:cNvSpPr>
            <a:spLocks noGrp="1"/>
          </p:cNvSpPr>
          <p:nvPr>
            <p:ph type="pic" idx="6"/>
          </p:nvPr>
        </p:nvSpPr>
        <p:spPr>
          <a:xfrm>
            <a:off x="7420250" y="1748969"/>
            <a:ext cx="1005900" cy="1005900"/>
          </a:xfrm>
          <a:prstGeom prst="ellipse">
            <a:avLst/>
          </a:prstGeom>
          <a:noFill/>
          <a:ln w="19050" cap="flat" cmpd="sng">
            <a:solidFill>
              <a:schemeClr val="dk1"/>
            </a:solidFill>
            <a:prstDash val="solid"/>
            <a:round/>
            <a:headEnd type="none" w="sm" len="sm"/>
            <a:tailEnd type="none" w="sm" len="sm"/>
          </a:ln>
        </p:spPr>
      </p:sp>
      <p:sp>
        <p:nvSpPr>
          <p:cNvPr id="608" name="Google Shape;608;p26"/>
          <p:cNvSpPr/>
          <p:nvPr/>
        </p:nvSpPr>
        <p:spPr>
          <a:xfrm rot="5400000" flipH="1">
            <a:off x="75966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pic>
        <p:nvPicPr>
          <p:cNvPr id="609" name="Google Shape;609;p26"/>
          <p:cNvPicPr preferRelativeResize="0"/>
          <p:nvPr/>
        </p:nvPicPr>
        <p:blipFill>
          <a:blip r:embed="rId2">
            <a:alphaModFix/>
          </a:blip>
          <a:stretch>
            <a:fillRect/>
          </a:stretch>
        </p:blipFill>
        <p:spPr>
          <a:xfrm>
            <a:off x="0" y="5108251"/>
            <a:ext cx="9144000" cy="38100"/>
          </a:xfrm>
          <a:prstGeom prst="rect">
            <a:avLst/>
          </a:prstGeom>
          <a:noFill/>
          <a:ln>
            <a:noFill/>
          </a:ln>
        </p:spPr>
      </p:pic>
      <p:cxnSp>
        <p:nvCxnSpPr>
          <p:cNvPr id="610" name="Google Shape;610;p26"/>
          <p:cNvCxnSpPr/>
          <p:nvPr/>
        </p:nvCxnSpPr>
        <p:spPr>
          <a:xfrm>
            <a:off x="6206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611" name="Google Shape;611;p26"/>
          <p:cNvSpPr txBox="1">
            <a:spLocks noGrp="1"/>
          </p:cNvSpPr>
          <p:nvPr>
            <p:ph type="subTitle" idx="1"/>
          </p:nvPr>
        </p:nvSpPr>
        <p:spPr>
          <a:xfrm>
            <a:off x="4435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12" name="Google Shape;612;p26"/>
          <p:cNvSpPr txBox="1">
            <a:spLocks noGrp="1"/>
          </p:cNvSpPr>
          <p:nvPr>
            <p:ph type="subTitle" idx="7"/>
          </p:nvPr>
        </p:nvSpPr>
        <p:spPr>
          <a:xfrm>
            <a:off x="4435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13" name="Google Shape;613;p26"/>
          <p:cNvSpPr txBox="1">
            <a:spLocks noGrp="1"/>
          </p:cNvSpPr>
          <p:nvPr>
            <p:ph type="subTitle" idx="8"/>
          </p:nvPr>
        </p:nvSpPr>
        <p:spPr>
          <a:xfrm>
            <a:off x="4435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cxnSp>
        <p:nvCxnSpPr>
          <p:cNvPr id="614" name="Google Shape;614;p26"/>
          <p:cNvCxnSpPr/>
          <p:nvPr/>
        </p:nvCxnSpPr>
        <p:spPr>
          <a:xfrm>
            <a:off x="22962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615" name="Google Shape;615;p26"/>
          <p:cNvSpPr txBox="1">
            <a:spLocks noGrp="1"/>
          </p:cNvSpPr>
          <p:nvPr>
            <p:ph type="subTitle" idx="9"/>
          </p:nvPr>
        </p:nvSpPr>
        <p:spPr>
          <a:xfrm>
            <a:off x="21191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16" name="Google Shape;616;p26"/>
          <p:cNvSpPr txBox="1">
            <a:spLocks noGrp="1"/>
          </p:cNvSpPr>
          <p:nvPr>
            <p:ph type="subTitle" idx="13"/>
          </p:nvPr>
        </p:nvSpPr>
        <p:spPr>
          <a:xfrm>
            <a:off x="21191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17" name="Google Shape;617;p26"/>
          <p:cNvSpPr txBox="1">
            <a:spLocks noGrp="1"/>
          </p:cNvSpPr>
          <p:nvPr>
            <p:ph type="subTitle" idx="14"/>
          </p:nvPr>
        </p:nvSpPr>
        <p:spPr>
          <a:xfrm>
            <a:off x="21191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cxnSp>
        <p:nvCxnSpPr>
          <p:cNvPr id="618" name="Google Shape;618;p26"/>
          <p:cNvCxnSpPr/>
          <p:nvPr/>
        </p:nvCxnSpPr>
        <p:spPr>
          <a:xfrm>
            <a:off x="39718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619" name="Google Shape;619;p26"/>
          <p:cNvSpPr txBox="1">
            <a:spLocks noGrp="1"/>
          </p:cNvSpPr>
          <p:nvPr>
            <p:ph type="subTitle" idx="15"/>
          </p:nvPr>
        </p:nvSpPr>
        <p:spPr>
          <a:xfrm>
            <a:off x="37947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20" name="Google Shape;620;p26"/>
          <p:cNvSpPr txBox="1">
            <a:spLocks noGrp="1"/>
          </p:cNvSpPr>
          <p:nvPr>
            <p:ph type="subTitle" idx="16"/>
          </p:nvPr>
        </p:nvSpPr>
        <p:spPr>
          <a:xfrm>
            <a:off x="37947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21" name="Google Shape;621;p26"/>
          <p:cNvSpPr txBox="1">
            <a:spLocks noGrp="1"/>
          </p:cNvSpPr>
          <p:nvPr>
            <p:ph type="subTitle" idx="17"/>
          </p:nvPr>
        </p:nvSpPr>
        <p:spPr>
          <a:xfrm>
            <a:off x="37947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cxnSp>
        <p:nvCxnSpPr>
          <p:cNvPr id="622" name="Google Shape;622;p26"/>
          <p:cNvCxnSpPr/>
          <p:nvPr/>
        </p:nvCxnSpPr>
        <p:spPr>
          <a:xfrm>
            <a:off x="56474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623" name="Google Shape;623;p26"/>
          <p:cNvSpPr txBox="1">
            <a:spLocks noGrp="1"/>
          </p:cNvSpPr>
          <p:nvPr>
            <p:ph type="subTitle" idx="18"/>
          </p:nvPr>
        </p:nvSpPr>
        <p:spPr>
          <a:xfrm>
            <a:off x="54703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24" name="Google Shape;624;p26"/>
          <p:cNvSpPr txBox="1">
            <a:spLocks noGrp="1"/>
          </p:cNvSpPr>
          <p:nvPr>
            <p:ph type="subTitle" idx="19"/>
          </p:nvPr>
        </p:nvSpPr>
        <p:spPr>
          <a:xfrm>
            <a:off x="54703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25" name="Google Shape;625;p26"/>
          <p:cNvSpPr txBox="1">
            <a:spLocks noGrp="1"/>
          </p:cNvSpPr>
          <p:nvPr>
            <p:ph type="subTitle" idx="20"/>
          </p:nvPr>
        </p:nvSpPr>
        <p:spPr>
          <a:xfrm>
            <a:off x="54703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cxnSp>
        <p:nvCxnSpPr>
          <p:cNvPr id="626" name="Google Shape;626;p26"/>
          <p:cNvCxnSpPr/>
          <p:nvPr/>
        </p:nvCxnSpPr>
        <p:spPr>
          <a:xfrm>
            <a:off x="7323050" y="3583327"/>
            <a:ext cx="1200300" cy="0"/>
          </a:xfrm>
          <a:prstGeom prst="straightConnector1">
            <a:avLst/>
          </a:prstGeom>
          <a:noFill/>
          <a:ln w="9525" cap="flat" cmpd="sng">
            <a:solidFill>
              <a:schemeClr val="accent3"/>
            </a:solidFill>
            <a:prstDash val="solid"/>
            <a:miter lim="800000"/>
            <a:headEnd type="none" w="sm" len="sm"/>
            <a:tailEnd type="none" w="sm" len="sm"/>
          </a:ln>
        </p:spPr>
      </p:cxnSp>
      <p:sp>
        <p:nvSpPr>
          <p:cNvPr id="627" name="Google Shape;627;p26"/>
          <p:cNvSpPr txBox="1">
            <a:spLocks noGrp="1"/>
          </p:cNvSpPr>
          <p:nvPr>
            <p:ph type="subTitle" idx="21"/>
          </p:nvPr>
        </p:nvSpPr>
        <p:spPr>
          <a:xfrm>
            <a:off x="7145900" y="329067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100"/>
              <a:buNone/>
              <a:defRPr sz="11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28" name="Google Shape;628;p26"/>
          <p:cNvSpPr txBox="1">
            <a:spLocks noGrp="1"/>
          </p:cNvSpPr>
          <p:nvPr>
            <p:ph type="subTitle" idx="22"/>
          </p:nvPr>
        </p:nvSpPr>
        <p:spPr>
          <a:xfrm>
            <a:off x="7145900" y="3050428"/>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100"/>
              <a:buNone/>
              <a:defRPr sz="1100"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29" name="Google Shape;629;p26"/>
          <p:cNvSpPr txBox="1">
            <a:spLocks noGrp="1"/>
          </p:cNvSpPr>
          <p:nvPr>
            <p:ph type="subTitle" idx="23"/>
          </p:nvPr>
        </p:nvSpPr>
        <p:spPr>
          <a:xfrm>
            <a:off x="7145900" y="37144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900"/>
              <a:buNone/>
              <a:defRPr sz="9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7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o/Profile - Style 1">
  <p:cSld name="Title Only 1_2_1">
    <p:spTree>
      <p:nvGrpSpPr>
        <p:cNvPr id="1" name="Shape 630"/>
        <p:cNvGrpSpPr/>
        <p:nvPr/>
      </p:nvGrpSpPr>
      <p:grpSpPr>
        <a:xfrm>
          <a:off x="0" y="0"/>
          <a:ext cx="0" cy="0"/>
          <a:chOff x="0" y="0"/>
          <a:chExt cx="0" cy="0"/>
        </a:xfrm>
      </p:grpSpPr>
      <p:sp>
        <p:nvSpPr>
          <p:cNvPr id="631" name="Google Shape;631;p27"/>
          <p:cNvSpPr/>
          <p:nvPr/>
        </p:nvSpPr>
        <p:spPr>
          <a:xfrm flipH="1">
            <a:off x="3386" y="0"/>
            <a:ext cx="3611689" cy="4852035"/>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solidFill>
            <a:srgbClr val="F3F3F3"/>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32" name="Google Shape;632;p27"/>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633" name="Google Shape;633;p27"/>
          <p:cNvSpPr/>
          <p:nvPr/>
        </p:nvSpPr>
        <p:spPr>
          <a:xfrm>
            <a:off x="799205" y="583350"/>
            <a:ext cx="1371600" cy="13716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a:solidFill>
                <a:schemeClr val="dk1"/>
              </a:solidFill>
              <a:latin typeface="Calibri"/>
              <a:ea typeface="Calibri"/>
              <a:cs typeface="Calibri"/>
              <a:sym typeface="Calibri"/>
            </a:endParaRPr>
          </a:p>
        </p:txBody>
      </p:sp>
      <p:sp>
        <p:nvSpPr>
          <p:cNvPr id="634" name="Google Shape;634;p27"/>
          <p:cNvSpPr txBox="1">
            <a:spLocks noGrp="1"/>
          </p:cNvSpPr>
          <p:nvPr>
            <p:ph type="subTitle" idx="1"/>
          </p:nvPr>
        </p:nvSpPr>
        <p:spPr>
          <a:xfrm>
            <a:off x="4160525" y="722229"/>
            <a:ext cx="4572000" cy="260400"/>
          </a:xfrm>
          <a:prstGeom prst="rect">
            <a:avLst/>
          </a:prstGeom>
        </p:spPr>
        <p:txBody>
          <a:bodyPr spcFirstLastPara="1" wrap="square" lIns="0" tIns="0" rIns="0" bIns="0" anchor="t" anchorCtr="0">
            <a:noAutofit/>
          </a:bodyPr>
          <a:lstStyle>
            <a:lvl1pPr lvl="0" rtl="0">
              <a:spcBef>
                <a:spcPts val="0"/>
              </a:spcBef>
              <a:spcAft>
                <a:spcPts val="0"/>
              </a:spcAft>
              <a:buClr>
                <a:schemeClr val="accent1"/>
              </a:buClr>
              <a:buSzPts val="1400"/>
              <a:buNone/>
              <a:defRPr b="1">
                <a:solidFill>
                  <a:schemeClr val="accent1"/>
                </a:solidFill>
              </a:defRPr>
            </a:lvl1pPr>
            <a:lvl2pPr lvl="1" rtl="0">
              <a:spcBef>
                <a:spcPts val="200"/>
              </a:spcBef>
              <a:spcAft>
                <a:spcPts val="0"/>
              </a:spcAft>
              <a:buClr>
                <a:schemeClr val="accent1"/>
              </a:buClr>
              <a:buSzPts val="1400"/>
              <a:buNone/>
              <a:defRPr>
                <a:solidFill>
                  <a:schemeClr val="accent1"/>
                </a:solidFill>
              </a:defRPr>
            </a:lvl2pPr>
            <a:lvl3pPr lvl="2" rtl="0">
              <a:spcBef>
                <a:spcPts val="200"/>
              </a:spcBef>
              <a:spcAft>
                <a:spcPts val="0"/>
              </a:spcAft>
              <a:buClr>
                <a:schemeClr val="accent1"/>
              </a:buClr>
              <a:buSzPts val="1400"/>
              <a:buNone/>
              <a:defRPr>
                <a:solidFill>
                  <a:schemeClr val="accent1"/>
                </a:solidFill>
              </a:defRPr>
            </a:lvl3pPr>
            <a:lvl4pPr lvl="3" rtl="0">
              <a:spcBef>
                <a:spcPts val="200"/>
              </a:spcBef>
              <a:spcAft>
                <a:spcPts val="0"/>
              </a:spcAft>
              <a:buClr>
                <a:schemeClr val="accent1"/>
              </a:buClr>
              <a:buSzPts val="1400"/>
              <a:buNone/>
              <a:defRPr>
                <a:solidFill>
                  <a:schemeClr val="accent1"/>
                </a:solidFill>
              </a:defRPr>
            </a:lvl4pPr>
            <a:lvl5pPr lvl="4" rtl="0">
              <a:spcBef>
                <a:spcPts val="200"/>
              </a:spcBef>
              <a:spcAft>
                <a:spcPts val="0"/>
              </a:spcAft>
              <a:buClr>
                <a:schemeClr val="accent1"/>
              </a:buClr>
              <a:buSzPts val="1400"/>
              <a:buNone/>
              <a:defRPr>
                <a:solidFill>
                  <a:schemeClr val="accent1"/>
                </a:solidFill>
              </a:defRPr>
            </a:lvl5pPr>
            <a:lvl6pPr lvl="5" rtl="0">
              <a:spcBef>
                <a:spcPts val="200"/>
              </a:spcBef>
              <a:spcAft>
                <a:spcPts val="0"/>
              </a:spcAft>
              <a:buClr>
                <a:schemeClr val="accent1"/>
              </a:buClr>
              <a:buSzPts val="1400"/>
              <a:buNone/>
              <a:defRPr>
                <a:solidFill>
                  <a:schemeClr val="accent1"/>
                </a:solidFill>
              </a:defRPr>
            </a:lvl6pPr>
            <a:lvl7pPr lvl="6" rtl="0">
              <a:spcBef>
                <a:spcPts val="200"/>
              </a:spcBef>
              <a:spcAft>
                <a:spcPts val="0"/>
              </a:spcAft>
              <a:buClr>
                <a:schemeClr val="accent1"/>
              </a:buClr>
              <a:buSzPts val="1400"/>
              <a:buNone/>
              <a:defRPr>
                <a:solidFill>
                  <a:schemeClr val="accent1"/>
                </a:solidFill>
              </a:defRPr>
            </a:lvl7pPr>
            <a:lvl8pPr lvl="7" rtl="0">
              <a:spcBef>
                <a:spcPts val="200"/>
              </a:spcBef>
              <a:spcAft>
                <a:spcPts val="0"/>
              </a:spcAft>
              <a:buClr>
                <a:schemeClr val="accent1"/>
              </a:buClr>
              <a:buSzPts val="1400"/>
              <a:buNone/>
              <a:defRPr>
                <a:solidFill>
                  <a:schemeClr val="accent1"/>
                </a:solidFill>
              </a:defRPr>
            </a:lvl8pPr>
            <a:lvl9pPr lvl="8" rtl="0">
              <a:spcBef>
                <a:spcPts val="200"/>
              </a:spcBef>
              <a:spcAft>
                <a:spcPts val="200"/>
              </a:spcAft>
              <a:buClr>
                <a:schemeClr val="accent1"/>
              </a:buClr>
              <a:buSzPts val="1400"/>
              <a:buNone/>
              <a:defRPr>
                <a:solidFill>
                  <a:schemeClr val="accent1"/>
                </a:solidFill>
              </a:defRPr>
            </a:lvl9pPr>
          </a:lstStyle>
          <a:p>
            <a:endParaRPr/>
          </a:p>
        </p:txBody>
      </p:sp>
      <p:sp>
        <p:nvSpPr>
          <p:cNvPr id="635" name="Google Shape;635;p27"/>
          <p:cNvSpPr txBox="1">
            <a:spLocks noGrp="1"/>
          </p:cNvSpPr>
          <p:nvPr>
            <p:ph type="subTitle" idx="2"/>
          </p:nvPr>
        </p:nvSpPr>
        <p:spPr>
          <a:xfrm>
            <a:off x="4160525" y="1213084"/>
            <a:ext cx="4572000" cy="183000"/>
          </a:xfrm>
          <a:prstGeom prst="rect">
            <a:avLst/>
          </a:prstGeom>
          <a:noFill/>
        </p:spPr>
        <p:txBody>
          <a:bodyPr spcFirstLastPara="1" wrap="square" lIns="0" tIns="0" rIns="0" bIns="0" anchor="t" anchorCtr="0">
            <a:noAutofit/>
          </a:bodyPr>
          <a:lstStyle>
            <a:lvl1pPr lvl="0" rtl="0">
              <a:spcBef>
                <a:spcPts val="0"/>
              </a:spcBef>
              <a:spcAft>
                <a:spcPts val="0"/>
              </a:spcAft>
              <a:buSzPts val="1100"/>
              <a:buNone/>
              <a:defRPr sz="1100" b="1"/>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36" name="Google Shape;636;p27"/>
          <p:cNvSpPr txBox="1">
            <a:spLocks noGrp="1"/>
          </p:cNvSpPr>
          <p:nvPr>
            <p:ph type="subTitle" idx="3"/>
          </p:nvPr>
        </p:nvSpPr>
        <p:spPr>
          <a:xfrm>
            <a:off x="4160525" y="1517916"/>
            <a:ext cx="4572000" cy="1112100"/>
          </a:xfrm>
          <a:prstGeom prst="rect">
            <a:avLst/>
          </a:prstGeom>
          <a:noFill/>
        </p:spPr>
        <p:txBody>
          <a:bodyPr spcFirstLastPara="1" wrap="square" lIns="0" tIns="0" rIns="0" bIns="0" anchor="t" anchorCtr="0">
            <a:noAutofit/>
          </a:bodyPr>
          <a:lstStyle>
            <a:lvl1pPr lvl="0" rtl="0">
              <a:spcBef>
                <a:spcPts val="0"/>
              </a:spcBef>
              <a:spcAft>
                <a:spcPts val="0"/>
              </a:spcAft>
              <a:buSzPts val="1000"/>
              <a:buNone/>
              <a:defRPr sz="1000"/>
            </a:lvl1pPr>
            <a:lvl2pPr lvl="1" rtl="0">
              <a:spcBef>
                <a:spcPts val="200"/>
              </a:spcBef>
              <a:spcAft>
                <a:spcPts val="0"/>
              </a:spcAft>
              <a:buSzPts val="1000"/>
              <a:buNone/>
              <a:defRPr sz="1000" b="1"/>
            </a:lvl2pPr>
            <a:lvl3pPr lvl="2" rtl="0">
              <a:spcBef>
                <a:spcPts val="200"/>
              </a:spcBef>
              <a:spcAft>
                <a:spcPts val="0"/>
              </a:spcAft>
              <a:buSzPts val="1000"/>
              <a:buNone/>
              <a:defRPr sz="1000" b="1"/>
            </a:lvl3pPr>
            <a:lvl4pPr lvl="3" rtl="0">
              <a:spcBef>
                <a:spcPts val="200"/>
              </a:spcBef>
              <a:spcAft>
                <a:spcPts val="0"/>
              </a:spcAft>
              <a:buSzPts val="1000"/>
              <a:buNone/>
              <a:defRPr sz="1000" b="1"/>
            </a:lvl4pPr>
            <a:lvl5pPr lvl="4" rtl="0">
              <a:spcBef>
                <a:spcPts val="200"/>
              </a:spcBef>
              <a:spcAft>
                <a:spcPts val="0"/>
              </a:spcAft>
              <a:buSzPts val="1000"/>
              <a:buNone/>
              <a:defRPr sz="1000" b="1"/>
            </a:lvl5pPr>
            <a:lvl6pPr lvl="5" rtl="0">
              <a:spcBef>
                <a:spcPts val="200"/>
              </a:spcBef>
              <a:spcAft>
                <a:spcPts val="0"/>
              </a:spcAft>
              <a:buSzPts val="1000"/>
              <a:buNone/>
              <a:defRPr sz="1000" b="1"/>
            </a:lvl6pPr>
            <a:lvl7pPr lvl="6" rtl="0">
              <a:spcBef>
                <a:spcPts val="200"/>
              </a:spcBef>
              <a:spcAft>
                <a:spcPts val="0"/>
              </a:spcAft>
              <a:buSzPts val="1000"/>
              <a:buNone/>
              <a:defRPr sz="1000" b="1"/>
            </a:lvl7pPr>
            <a:lvl8pPr lvl="7" rtl="0">
              <a:spcBef>
                <a:spcPts val="200"/>
              </a:spcBef>
              <a:spcAft>
                <a:spcPts val="0"/>
              </a:spcAft>
              <a:buSzPts val="1000"/>
              <a:buNone/>
              <a:defRPr sz="1000" b="1"/>
            </a:lvl8pPr>
            <a:lvl9pPr lvl="8" rtl="0">
              <a:spcBef>
                <a:spcPts val="200"/>
              </a:spcBef>
              <a:spcAft>
                <a:spcPts val="200"/>
              </a:spcAft>
              <a:buSzPts val="1000"/>
              <a:buNone/>
              <a:defRPr sz="1000" b="1"/>
            </a:lvl9pPr>
          </a:lstStyle>
          <a:p>
            <a:endParaRPr/>
          </a:p>
        </p:txBody>
      </p:sp>
      <p:sp>
        <p:nvSpPr>
          <p:cNvPr id="637" name="Google Shape;637;p27"/>
          <p:cNvSpPr txBox="1">
            <a:spLocks noGrp="1"/>
          </p:cNvSpPr>
          <p:nvPr>
            <p:ph type="subTitle" idx="4"/>
          </p:nvPr>
        </p:nvSpPr>
        <p:spPr>
          <a:xfrm>
            <a:off x="4160525" y="2984434"/>
            <a:ext cx="4572000" cy="183000"/>
          </a:xfrm>
          <a:prstGeom prst="rect">
            <a:avLst/>
          </a:prstGeom>
          <a:noFill/>
        </p:spPr>
        <p:txBody>
          <a:bodyPr spcFirstLastPara="1" wrap="square" lIns="0" tIns="0" rIns="0" bIns="0" anchor="t" anchorCtr="0">
            <a:noAutofit/>
          </a:bodyPr>
          <a:lstStyle>
            <a:lvl1pPr lvl="0" rtl="0">
              <a:spcBef>
                <a:spcPts val="0"/>
              </a:spcBef>
              <a:spcAft>
                <a:spcPts val="0"/>
              </a:spcAft>
              <a:buSzPts val="1100"/>
              <a:buNone/>
              <a:defRPr sz="1100" b="1"/>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38" name="Google Shape;638;p27"/>
          <p:cNvSpPr txBox="1">
            <a:spLocks noGrp="1"/>
          </p:cNvSpPr>
          <p:nvPr>
            <p:ph type="subTitle" idx="5"/>
          </p:nvPr>
        </p:nvSpPr>
        <p:spPr>
          <a:xfrm>
            <a:off x="4160525" y="3289266"/>
            <a:ext cx="4572000" cy="1112100"/>
          </a:xfrm>
          <a:prstGeom prst="rect">
            <a:avLst/>
          </a:prstGeom>
          <a:noFill/>
        </p:spPr>
        <p:txBody>
          <a:bodyPr spcFirstLastPara="1" wrap="square" lIns="0" tIns="0" rIns="0" bIns="0" anchor="t" anchorCtr="0">
            <a:noAutofit/>
          </a:bodyPr>
          <a:lstStyle>
            <a:lvl1pPr lvl="0" rtl="0">
              <a:spcBef>
                <a:spcPts val="0"/>
              </a:spcBef>
              <a:spcAft>
                <a:spcPts val="0"/>
              </a:spcAft>
              <a:buSzPts val="1000"/>
              <a:buNone/>
              <a:defRPr sz="1000"/>
            </a:lvl1pPr>
            <a:lvl2pPr lvl="1" rtl="0">
              <a:spcBef>
                <a:spcPts val="200"/>
              </a:spcBef>
              <a:spcAft>
                <a:spcPts val="0"/>
              </a:spcAft>
              <a:buSzPts val="1000"/>
              <a:buNone/>
              <a:defRPr sz="1000" b="1"/>
            </a:lvl2pPr>
            <a:lvl3pPr lvl="2" rtl="0">
              <a:spcBef>
                <a:spcPts val="200"/>
              </a:spcBef>
              <a:spcAft>
                <a:spcPts val="0"/>
              </a:spcAft>
              <a:buSzPts val="1000"/>
              <a:buNone/>
              <a:defRPr sz="1000" b="1"/>
            </a:lvl3pPr>
            <a:lvl4pPr lvl="3" rtl="0">
              <a:spcBef>
                <a:spcPts val="200"/>
              </a:spcBef>
              <a:spcAft>
                <a:spcPts val="0"/>
              </a:spcAft>
              <a:buSzPts val="1000"/>
              <a:buNone/>
              <a:defRPr sz="1000" b="1"/>
            </a:lvl4pPr>
            <a:lvl5pPr lvl="4" rtl="0">
              <a:spcBef>
                <a:spcPts val="200"/>
              </a:spcBef>
              <a:spcAft>
                <a:spcPts val="0"/>
              </a:spcAft>
              <a:buSzPts val="1000"/>
              <a:buNone/>
              <a:defRPr sz="1000" b="1"/>
            </a:lvl5pPr>
            <a:lvl6pPr lvl="5" rtl="0">
              <a:spcBef>
                <a:spcPts val="200"/>
              </a:spcBef>
              <a:spcAft>
                <a:spcPts val="0"/>
              </a:spcAft>
              <a:buSzPts val="1000"/>
              <a:buNone/>
              <a:defRPr sz="1000" b="1"/>
            </a:lvl6pPr>
            <a:lvl7pPr lvl="6" rtl="0">
              <a:spcBef>
                <a:spcPts val="200"/>
              </a:spcBef>
              <a:spcAft>
                <a:spcPts val="0"/>
              </a:spcAft>
              <a:buSzPts val="1000"/>
              <a:buNone/>
              <a:defRPr sz="1000" b="1"/>
            </a:lvl7pPr>
            <a:lvl8pPr lvl="7" rtl="0">
              <a:spcBef>
                <a:spcPts val="200"/>
              </a:spcBef>
              <a:spcAft>
                <a:spcPts val="0"/>
              </a:spcAft>
              <a:buSzPts val="1000"/>
              <a:buNone/>
              <a:defRPr sz="1000" b="1"/>
            </a:lvl8pPr>
            <a:lvl9pPr lvl="8" rtl="0">
              <a:spcBef>
                <a:spcPts val="200"/>
              </a:spcBef>
              <a:spcAft>
                <a:spcPts val="200"/>
              </a:spcAft>
              <a:buSzPts val="1000"/>
              <a:buNone/>
              <a:defRPr sz="1000" b="1"/>
            </a:lvl9pPr>
          </a:lstStyle>
          <a:p>
            <a:endParaRPr/>
          </a:p>
        </p:txBody>
      </p:sp>
      <p:sp>
        <p:nvSpPr>
          <p:cNvPr id="639" name="Google Shape;639;p27"/>
          <p:cNvSpPr txBox="1">
            <a:spLocks noGrp="1"/>
          </p:cNvSpPr>
          <p:nvPr>
            <p:ph type="subTitle" idx="6"/>
          </p:nvPr>
        </p:nvSpPr>
        <p:spPr>
          <a:xfrm>
            <a:off x="720750" y="2450042"/>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SzPts val="1200"/>
              <a:buNone/>
              <a:defRPr sz="1200"/>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40" name="Google Shape;640;p27"/>
          <p:cNvSpPr txBox="1">
            <a:spLocks noGrp="1"/>
          </p:cNvSpPr>
          <p:nvPr>
            <p:ph type="subTitle" idx="7"/>
          </p:nvPr>
        </p:nvSpPr>
        <p:spPr>
          <a:xfrm>
            <a:off x="720750" y="21717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accent1"/>
              </a:buClr>
              <a:buSzPts val="1400"/>
              <a:buNone/>
              <a:defRPr b="1">
                <a:solidFill>
                  <a:schemeClr val="accent1"/>
                </a:solidFill>
              </a:defRPr>
            </a:lvl1pPr>
            <a:lvl2pPr lvl="1" algn="ctr" rtl="0">
              <a:spcBef>
                <a:spcPts val="200"/>
              </a:spcBef>
              <a:spcAft>
                <a:spcPts val="0"/>
              </a:spcAft>
              <a:buClr>
                <a:schemeClr val="accent1"/>
              </a:buClr>
              <a:buSzPts val="1000"/>
              <a:buNone/>
              <a:defRPr sz="1000" b="1">
                <a:solidFill>
                  <a:schemeClr val="accent1"/>
                </a:solidFill>
              </a:defRPr>
            </a:lvl2pPr>
            <a:lvl3pPr lvl="2" algn="ctr" rtl="0">
              <a:spcBef>
                <a:spcPts val="200"/>
              </a:spcBef>
              <a:spcAft>
                <a:spcPts val="0"/>
              </a:spcAft>
              <a:buClr>
                <a:schemeClr val="accent1"/>
              </a:buClr>
              <a:buSzPts val="1000"/>
              <a:buNone/>
              <a:defRPr sz="1000" b="1">
                <a:solidFill>
                  <a:schemeClr val="accent1"/>
                </a:solidFill>
              </a:defRPr>
            </a:lvl3pPr>
            <a:lvl4pPr lvl="3" algn="ctr" rtl="0">
              <a:spcBef>
                <a:spcPts val="200"/>
              </a:spcBef>
              <a:spcAft>
                <a:spcPts val="0"/>
              </a:spcAft>
              <a:buClr>
                <a:schemeClr val="accent1"/>
              </a:buClr>
              <a:buSzPts val="1000"/>
              <a:buNone/>
              <a:defRPr sz="1000" b="1">
                <a:solidFill>
                  <a:schemeClr val="accent1"/>
                </a:solidFill>
              </a:defRPr>
            </a:lvl4pPr>
            <a:lvl5pPr lvl="4" algn="ctr" rtl="0">
              <a:spcBef>
                <a:spcPts val="200"/>
              </a:spcBef>
              <a:spcAft>
                <a:spcPts val="0"/>
              </a:spcAft>
              <a:buClr>
                <a:schemeClr val="accent1"/>
              </a:buClr>
              <a:buSzPts val="1000"/>
              <a:buNone/>
              <a:defRPr sz="1000" b="1">
                <a:solidFill>
                  <a:schemeClr val="accent1"/>
                </a:solidFill>
              </a:defRPr>
            </a:lvl5pPr>
            <a:lvl6pPr lvl="5" algn="ctr" rtl="0">
              <a:spcBef>
                <a:spcPts val="200"/>
              </a:spcBef>
              <a:spcAft>
                <a:spcPts val="0"/>
              </a:spcAft>
              <a:buClr>
                <a:schemeClr val="accent1"/>
              </a:buClr>
              <a:buSzPts val="1000"/>
              <a:buNone/>
              <a:defRPr sz="1000" b="1">
                <a:solidFill>
                  <a:schemeClr val="accent1"/>
                </a:solidFill>
              </a:defRPr>
            </a:lvl6pPr>
            <a:lvl7pPr lvl="6" algn="ctr" rtl="0">
              <a:spcBef>
                <a:spcPts val="200"/>
              </a:spcBef>
              <a:spcAft>
                <a:spcPts val="0"/>
              </a:spcAft>
              <a:buClr>
                <a:schemeClr val="accent1"/>
              </a:buClr>
              <a:buSzPts val="1000"/>
              <a:buNone/>
              <a:defRPr sz="1000" b="1">
                <a:solidFill>
                  <a:schemeClr val="accent1"/>
                </a:solidFill>
              </a:defRPr>
            </a:lvl7pPr>
            <a:lvl8pPr lvl="7" algn="ctr" rtl="0">
              <a:spcBef>
                <a:spcPts val="200"/>
              </a:spcBef>
              <a:spcAft>
                <a:spcPts val="0"/>
              </a:spcAft>
              <a:buClr>
                <a:schemeClr val="accent1"/>
              </a:buClr>
              <a:buSzPts val="1000"/>
              <a:buNone/>
              <a:defRPr sz="1000" b="1">
                <a:solidFill>
                  <a:schemeClr val="accent1"/>
                </a:solidFill>
              </a:defRPr>
            </a:lvl8pPr>
            <a:lvl9pPr lvl="8" algn="ctr" rtl="0">
              <a:spcBef>
                <a:spcPts val="200"/>
              </a:spcBef>
              <a:spcAft>
                <a:spcPts val="200"/>
              </a:spcAft>
              <a:buClr>
                <a:schemeClr val="accent1"/>
              </a:buClr>
              <a:buSzPts val="1000"/>
              <a:buNone/>
              <a:defRPr sz="1000" b="1">
                <a:solidFill>
                  <a:schemeClr val="accent1"/>
                </a:solidFill>
              </a:defRPr>
            </a:lvl9pPr>
          </a:lstStyle>
          <a:p>
            <a:endParaRPr/>
          </a:p>
        </p:txBody>
      </p:sp>
      <p:sp>
        <p:nvSpPr>
          <p:cNvPr id="641" name="Google Shape;641;p27"/>
          <p:cNvSpPr>
            <a:spLocks noGrp="1"/>
          </p:cNvSpPr>
          <p:nvPr>
            <p:ph type="pic" idx="8"/>
          </p:nvPr>
        </p:nvSpPr>
        <p:spPr>
          <a:xfrm>
            <a:off x="890705" y="674850"/>
            <a:ext cx="1188600" cy="1188600"/>
          </a:xfrm>
          <a:prstGeom prst="ellipse">
            <a:avLst/>
          </a:prstGeom>
          <a:noFill/>
          <a:ln w="19050" cap="flat" cmpd="sng">
            <a:solidFill>
              <a:schemeClr val="dk1"/>
            </a:solidFill>
            <a:prstDash val="solid"/>
            <a:round/>
            <a:headEnd type="none" w="sm" len="sm"/>
            <a:tailEnd type="none" w="sm" len="sm"/>
          </a:ln>
        </p:spPr>
      </p:sp>
      <p:pic>
        <p:nvPicPr>
          <p:cNvPr id="642" name="Google Shape;642;p27"/>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o/Profile - Style 2">
  <p:cSld name="Title Only 1_2_1_1">
    <p:spTree>
      <p:nvGrpSpPr>
        <p:cNvPr id="1" name="Shape 643"/>
        <p:cNvGrpSpPr/>
        <p:nvPr/>
      </p:nvGrpSpPr>
      <p:grpSpPr>
        <a:xfrm>
          <a:off x="0" y="0"/>
          <a:ext cx="0" cy="0"/>
          <a:chOff x="0" y="0"/>
          <a:chExt cx="0" cy="0"/>
        </a:xfrm>
      </p:grpSpPr>
      <p:sp>
        <p:nvSpPr>
          <p:cNvPr id="644" name="Google Shape;644;p28"/>
          <p:cNvSpPr/>
          <p:nvPr/>
        </p:nvSpPr>
        <p:spPr>
          <a:xfrm flipH="1">
            <a:off x="3386" y="0"/>
            <a:ext cx="3611689" cy="4852035"/>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gradFill>
            <a:gsLst>
              <a:gs pos="0">
                <a:srgbClr val="FF4E02"/>
              </a:gs>
              <a:gs pos="48000">
                <a:srgbClr val="F69323"/>
              </a:gs>
              <a:gs pos="100000">
                <a:srgbClr val="FABC75"/>
              </a:gs>
            </a:gsLst>
            <a:lin ang="16198662"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45" name="Google Shape;645;p28"/>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646" name="Google Shape;646;p28"/>
          <p:cNvSpPr txBox="1">
            <a:spLocks noGrp="1"/>
          </p:cNvSpPr>
          <p:nvPr>
            <p:ph type="subTitle" idx="1"/>
          </p:nvPr>
        </p:nvSpPr>
        <p:spPr>
          <a:xfrm>
            <a:off x="4160525" y="975400"/>
            <a:ext cx="4572000" cy="260400"/>
          </a:xfrm>
          <a:prstGeom prst="rect">
            <a:avLst/>
          </a:prstGeom>
        </p:spPr>
        <p:txBody>
          <a:bodyPr spcFirstLastPara="1" wrap="square" lIns="0" tIns="0" rIns="0" bIns="0" anchor="t" anchorCtr="0">
            <a:noAutofit/>
          </a:bodyPr>
          <a:lstStyle>
            <a:lvl1pPr lvl="0" rtl="0">
              <a:spcBef>
                <a:spcPts val="0"/>
              </a:spcBef>
              <a:spcAft>
                <a:spcPts val="0"/>
              </a:spcAft>
              <a:buClr>
                <a:schemeClr val="accent1"/>
              </a:buClr>
              <a:buSzPts val="1400"/>
              <a:buNone/>
              <a:defRPr b="1">
                <a:solidFill>
                  <a:schemeClr val="accent1"/>
                </a:solidFill>
              </a:defRPr>
            </a:lvl1pPr>
            <a:lvl2pPr lvl="1" rtl="0">
              <a:spcBef>
                <a:spcPts val="200"/>
              </a:spcBef>
              <a:spcAft>
                <a:spcPts val="0"/>
              </a:spcAft>
              <a:buClr>
                <a:schemeClr val="accent1"/>
              </a:buClr>
              <a:buSzPts val="1400"/>
              <a:buNone/>
              <a:defRPr>
                <a:solidFill>
                  <a:schemeClr val="accent1"/>
                </a:solidFill>
              </a:defRPr>
            </a:lvl2pPr>
            <a:lvl3pPr lvl="2" rtl="0">
              <a:spcBef>
                <a:spcPts val="200"/>
              </a:spcBef>
              <a:spcAft>
                <a:spcPts val="0"/>
              </a:spcAft>
              <a:buClr>
                <a:schemeClr val="accent1"/>
              </a:buClr>
              <a:buSzPts val="1400"/>
              <a:buNone/>
              <a:defRPr>
                <a:solidFill>
                  <a:schemeClr val="accent1"/>
                </a:solidFill>
              </a:defRPr>
            </a:lvl3pPr>
            <a:lvl4pPr lvl="3" rtl="0">
              <a:spcBef>
                <a:spcPts val="200"/>
              </a:spcBef>
              <a:spcAft>
                <a:spcPts val="0"/>
              </a:spcAft>
              <a:buClr>
                <a:schemeClr val="accent1"/>
              </a:buClr>
              <a:buSzPts val="1400"/>
              <a:buNone/>
              <a:defRPr>
                <a:solidFill>
                  <a:schemeClr val="accent1"/>
                </a:solidFill>
              </a:defRPr>
            </a:lvl4pPr>
            <a:lvl5pPr lvl="4" rtl="0">
              <a:spcBef>
                <a:spcPts val="200"/>
              </a:spcBef>
              <a:spcAft>
                <a:spcPts val="0"/>
              </a:spcAft>
              <a:buClr>
                <a:schemeClr val="accent1"/>
              </a:buClr>
              <a:buSzPts val="1400"/>
              <a:buNone/>
              <a:defRPr>
                <a:solidFill>
                  <a:schemeClr val="accent1"/>
                </a:solidFill>
              </a:defRPr>
            </a:lvl5pPr>
            <a:lvl6pPr lvl="5" rtl="0">
              <a:spcBef>
                <a:spcPts val="200"/>
              </a:spcBef>
              <a:spcAft>
                <a:spcPts val="0"/>
              </a:spcAft>
              <a:buClr>
                <a:schemeClr val="accent1"/>
              </a:buClr>
              <a:buSzPts val="1400"/>
              <a:buNone/>
              <a:defRPr>
                <a:solidFill>
                  <a:schemeClr val="accent1"/>
                </a:solidFill>
              </a:defRPr>
            </a:lvl6pPr>
            <a:lvl7pPr lvl="6" rtl="0">
              <a:spcBef>
                <a:spcPts val="200"/>
              </a:spcBef>
              <a:spcAft>
                <a:spcPts val="0"/>
              </a:spcAft>
              <a:buClr>
                <a:schemeClr val="accent1"/>
              </a:buClr>
              <a:buSzPts val="1400"/>
              <a:buNone/>
              <a:defRPr>
                <a:solidFill>
                  <a:schemeClr val="accent1"/>
                </a:solidFill>
              </a:defRPr>
            </a:lvl7pPr>
            <a:lvl8pPr lvl="7" rtl="0">
              <a:spcBef>
                <a:spcPts val="200"/>
              </a:spcBef>
              <a:spcAft>
                <a:spcPts val="0"/>
              </a:spcAft>
              <a:buClr>
                <a:schemeClr val="accent1"/>
              </a:buClr>
              <a:buSzPts val="1400"/>
              <a:buNone/>
              <a:defRPr>
                <a:solidFill>
                  <a:schemeClr val="accent1"/>
                </a:solidFill>
              </a:defRPr>
            </a:lvl8pPr>
            <a:lvl9pPr lvl="8" rtl="0">
              <a:spcBef>
                <a:spcPts val="200"/>
              </a:spcBef>
              <a:spcAft>
                <a:spcPts val="200"/>
              </a:spcAft>
              <a:buClr>
                <a:schemeClr val="accent1"/>
              </a:buClr>
              <a:buSzPts val="1400"/>
              <a:buNone/>
              <a:defRPr>
                <a:solidFill>
                  <a:schemeClr val="accent1"/>
                </a:solidFill>
              </a:defRPr>
            </a:lvl9pPr>
          </a:lstStyle>
          <a:p>
            <a:endParaRPr/>
          </a:p>
        </p:txBody>
      </p:sp>
      <p:sp>
        <p:nvSpPr>
          <p:cNvPr id="647" name="Google Shape;647;p28"/>
          <p:cNvSpPr txBox="1">
            <a:spLocks noGrp="1"/>
          </p:cNvSpPr>
          <p:nvPr>
            <p:ph type="subTitle" idx="2"/>
          </p:nvPr>
        </p:nvSpPr>
        <p:spPr>
          <a:xfrm>
            <a:off x="4160525" y="1466255"/>
            <a:ext cx="4572000" cy="183000"/>
          </a:xfrm>
          <a:prstGeom prst="rect">
            <a:avLst/>
          </a:prstGeom>
          <a:noFill/>
        </p:spPr>
        <p:txBody>
          <a:bodyPr spcFirstLastPara="1" wrap="square" lIns="0" tIns="0" rIns="0" bIns="0" anchor="t" anchorCtr="0">
            <a:noAutofit/>
          </a:bodyPr>
          <a:lstStyle>
            <a:lvl1pPr lvl="0" rtl="0">
              <a:spcBef>
                <a:spcPts val="0"/>
              </a:spcBef>
              <a:spcAft>
                <a:spcPts val="0"/>
              </a:spcAft>
              <a:buSzPts val="1100"/>
              <a:buNone/>
              <a:defRPr sz="1100" b="1"/>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48" name="Google Shape;648;p28"/>
          <p:cNvSpPr txBox="1">
            <a:spLocks noGrp="1"/>
          </p:cNvSpPr>
          <p:nvPr>
            <p:ph type="subTitle" idx="3"/>
          </p:nvPr>
        </p:nvSpPr>
        <p:spPr>
          <a:xfrm>
            <a:off x="4160525" y="1771087"/>
            <a:ext cx="4572000" cy="1112100"/>
          </a:xfrm>
          <a:prstGeom prst="rect">
            <a:avLst/>
          </a:prstGeom>
          <a:noFill/>
        </p:spPr>
        <p:txBody>
          <a:bodyPr spcFirstLastPara="1" wrap="square" lIns="0" tIns="0" rIns="0" bIns="0" anchor="t" anchorCtr="0">
            <a:noAutofit/>
          </a:bodyPr>
          <a:lstStyle>
            <a:lvl1pPr lvl="0" rtl="0">
              <a:spcBef>
                <a:spcPts val="0"/>
              </a:spcBef>
              <a:spcAft>
                <a:spcPts val="0"/>
              </a:spcAft>
              <a:buSzPts val="1000"/>
              <a:buNone/>
              <a:defRPr sz="1000"/>
            </a:lvl1pPr>
            <a:lvl2pPr lvl="1" rtl="0">
              <a:spcBef>
                <a:spcPts val="200"/>
              </a:spcBef>
              <a:spcAft>
                <a:spcPts val="0"/>
              </a:spcAft>
              <a:buSzPts val="1000"/>
              <a:buNone/>
              <a:defRPr sz="1000" b="1"/>
            </a:lvl2pPr>
            <a:lvl3pPr lvl="2" rtl="0">
              <a:spcBef>
                <a:spcPts val="200"/>
              </a:spcBef>
              <a:spcAft>
                <a:spcPts val="0"/>
              </a:spcAft>
              <a:buSzPts val="1000"/>
              <a:buNone/>
              <a:defRPr sz="1000" b="1"/>
            </a:lvl3pPr>
            <a:lvl4pPr lvl="3" rtl="0">
              <a:spcBef>
                <a:spcPts val="200"/>
              </a:spcBef>
              <a:spcAft>
                <a:spcPts val="0"/>
              </a:spcAft>
              <a:buSzPts val="1000"/>
              <a:buNone/>
              <a:defRPr sz="1000" b="1"/>
            </a:lvl4pPr>
            <a:lvl5pPr lvl="4" rtl="0">
              <a:spcBef>
                <a:spcPts val="200"/>
              </a:spcBef>
              <a:spcAft>
                <a:spcPts val="0"/>
              </a:spcAft>
              <a:buSzPts val="1000"/>
              <a:buNone/>
              <a:defRPr sz="1000" b="1"/>
            </a:lvl5pPr>
            <a:lvl6pPr lvl="5" rtl="0">
              <a:spcBef>
                <a:spcPts val="200"/>
              </a:spcBef>
              <a:spcAft>
                <a:spcPts val="0"/>
              </a:spcAft>
              <a:buSzPts val="1000"/>
              <a:buNone/>
              <a:defRPr sz="1000" b="1"/>
            </a:lvl6pPr>
            <a:lvl7pPr lvl="6" rtl="0">
              <a:spcBef>
                <a:spcPts val="200"/>
              </a:spcBef>
              <a:spcAft>
                <a:spcPts val="0"/>
              </a:spcAft>
              <a:buSzPts val="1000"/>
              <a:buNone/>
              <a:defRPr sz="1000" b="1"/>
            </a:lvl7pPr>
            <a:lvl8pPr lvl="7" rtl="0">
              <a:spcBef>
                <a:spcPts val="200"/>
              </a:spcBef>
              <a:spcAft>
                <a:spcPts val="0"/>
              </a:spcAft>
              <a:buSzPts val="1000"/>
              <a:buNone/>
              <a:defRPr sz="1000" b="1"/>
            </a:lvl8pPr>
            <a:lvl9pPr lvl="8" rtl="0">
              <a:spcBef>
                <a:spcPts val="200"/>
              </a:spcBef>
              <a:spcAft>
                <a:spcPts val="200"/>
              </a:spcAft>
              <a:buSzPts val="1000"/>
              <a:buNone/>
              <a:defRPr sz="1000" b="1"/>
            </a:lvl9pPr>
          </a:lstStyle>
          <a:p>
            <a:endParaRPr/>
          </a:p>
        </p:txBody>
      </p:sp>
      <p:sp>
        <p:nvSpPr>
          <p:cNvPr id="649" name="Google Shape;649;p28"/>
          <p:cNvSpPr txBox="1">
            <a:spLocks noGrp="1"/>
          </p:cNvSpPr>
          <p:nvPr>
            <p:ph type="subTitle" idx="4"/>
          </p:nvPr>
        </p:nvSpPr>
        <p:spPr>
          <a:xfrm>
            <a:off x="4160525" y="3237605"/>
            <a:ext cx="4572000" cy="183000"/>
          </a:xfrm>
          <a:prstGeom prst="rect">
            <a:avLst/>
          </a:prstGeom>
          <a:noFill/>
        </p:spPr>
        <p:txBody>
          <a:bodyPr spcFirstLastPara="1" wrap="square" lIns="0" tIns="0" rIns="0" bIns="0" anchor="t" anchorCtr="0">
            <a:noAutofit/>
          </a:bodyPr>
          <a:lstStyle>
            <a:lvl1pPr lvl="0" rtl="0">
              <a:spcBef>
                <a:spcPts val="0"/>
              </a:spcBef>
              <a:spcAft>
                <a:spcPts val="0"/>
              </a:spcAft>
              <a:buSzPts val="1100"/>
              <a:buNone/>
              <a:defRPr sz="1100" b="1"/>
            </a:lvl1pPr>
            <a:lvl2pPr lvl="1" rtl="0">
              <a:spcBef>
                <a:spcPts val="200"/>
              </a:spcBef>
              <a:spcAft>
                <a:spcPts val="0"/>
              </a:spcAft>
              <a:buSzPts val="1000"/>
              <a:buNone/>
              <a:defRPr sz="1000"/>
            </a:lvl2pPr>
            <a:lvl3pPr lvl="2" rtl="0">
              <a:spcBef>
                <a:spcPts val="200"/>
              </a:spcBef>
              <a:spcAft>
                <a:spcPts val="0"/>
              </a:spcAft>
              <a:buSzPts val="1000"/>
              <a:buNone/>
              <a:defRPr sz="1000"/>
            </a:lvl3pPr>
            <a:lvl4pPr lvl="3" rtl="0">
              <a:spcBef>
                <a:spcPts val="200"/>
              </a:spcBef>
              <a:spcAft>
                <a:spcPts val="0"/>
              </a:spcAft>
              <a:buSzPts val="1000"/>
              <a:buNone/>
              <a:defRPr sz="1000"/>
            </a:lvl4pPr>
            <a:lvl5pPr lvl="4" rtl="0">
              <a:spcBef>
                <a:spcPts val="200"/>
              </a:spcBef>
              <a:spcAft>
                <a:spcPts val="0"/>
              </a:spcAft>
              <a:buSzPts val="1000"/>
              <a:buNone/>
              <a:defRPr sz="1000"/>
            </a:lvl5pPr>
            <a:lvl6pPr lvl="5" rtl="0">
              <a:spcBef>
                <a:spcPts val="200"/>
              </a:spcBef>
              <a:spcAft>
                <a:spcPts val="0"/>
              </a:spcAft>
              <a:buSzPts val="1000"/>
              <a:buNone/>
              <a:defRPr sz="1000"/>
            </a:lvl6pPr>
            <a:lvl7pPr lvl="6" rtl="0">
              <a:spcBef>
                <a:spcPts val="200"/>
              </a:spcBef>
              <a:spcAft>
                <a:spcPts val="0"/>
              </a:spcAft>
              <a:buSzPts val="1000"/>
              <a:buNone/>
              <a:defRPr sz="1000"/>
            </a:lvl7pPr>
            <a:lvl8pPr lvl="7" rtl="0">
              <a:spcBef>
                <a:spcPts val="200"/>
              </a:spcBef>
              <a:spcAft>
                <a:spcPts val="0"/>
              </a:spcAft>
              <a:buSzPts val="1000"/>
              <a:buNone/>
              <a:defRPr sz="1000"/>
            </a:lvl8pPr>
            <a:lvl9pPr lvl="8" rtl="0">
              <a:spcBef>
                <a:spcPts val="200"/>
              </a:spcBef>
              <a:spcAft>
                <a:spcPts val="200"/>
              </a:spcAft>
              <a:buSzPts val="1000"/>
              <a:buNone/>
              <a:defRPr sz="1000"/>
            </a:lvl9pPr>
          </a:lstStyle>
          <a:p>
            <a:endParaRPr/>
          </a:p>
        </p:txBody>
      </p:sp>
      <p:sp>
        <p:nvSpPr>
          <p:cNvPr id="650" name="Google Shape;650;p28"/>
          <p:cNvSpPr txBox="1">
            <a:spLocks noGrp="1"/>
          </p:cNvSpPr>
          <p:nvPr>
            <p:ph type="subTitle" idx="5"/>
          </p:nvPr>
        </p:nvSpPr>
        <p:spPr>
          <a:xfrm>
            <a:off x="4160525" y="3542437"/>
            <a:ext cx="4572000" cy="1112100"/>
          </a:xfrm>
          <a:prstGeom prst="rect">
            <a:avLst/>
          </a:prstGeom>
          <a:noFill/>
        </p:spPr>
        <p:txBody>
          <a:bodyPr spcFirstLastPara="1" wrap="square" lIns="0" tIns="0" rIns="0" bIns="0" anchor="t" anchorCtr="0">
            <a:noAutofit/>
          </a:bodyPr>
          <a:lstStyle>
            <a:lvl1pPr lvl="0" rtl="0">
              <a:spcBef>
                <a:spcPts val="0"/>
              </a:spcBef>
              <a:spcAft>
                <a:spcPts val="0"/>
              </a:spcAft>
              <a:buSzPts val="1000"/>
              <a:buNone/>
              <a:defRPr sz="1000"/>
            </a:lvl1pPr>
            <a:lvl2pPr lvl="1" rtl="0">
              <a:spcBef>
                <a:spcPts val="200"/>
              </a:spcBef>
              <a:spcAft>
                <a:spcPts val="0"/>
              </a:spcAft>
              <a:buSzPts val="1000"/>
              <a:buNone/>
              <a:defRPr sz="1000" b="1"/>
            </a:lvl2pPr>
            <a:lvl3pPr lvl="2" rtl="0">
              <a:spcBef>
                <a:spcPts val="200"/>
              </a:spcBef>
              <a:spcAft>
                <a:spcPts val="0"/>
              </a:spcAft>
              <a:buSzPts val="1000"/>
              <a:buNone/>
              <a:defRPr sz="1000" b="1"/>
            </a:lvl3pPr>
            <a:lvl4pPr lvl="3" rtl="0">
              <a:spcBef>
                <a:spcPts val="200"/>
              </a:spcBef>
              <a:spcAft>
                <a:spcPts val="0"/>
              </a:spcAft>
              <a:buSzPts val="1000"/>
              <a:buNone/>
              <a:defRPr sz="1000" b="1"/>
            </a:lvl4pPr>
            <a:lvl5pPr lvl="4" rtl="0">
              <a:spcBef>
                <a:spcPts val="200"/>
              </a:spcBef>
              <a:spcAft>
                <a:spcPts val="0"/>
              </a:spcAft>
              <a:buSzPts val="1000"/>
              <a:buNone/>
              <a:defRPr sz="1000" b="1"/>
            </a:lvl5pPr>
            <a:lvl6pPr lvl="5" rtl="0">
              <a:spcBef>
                <a:spcPts val="200"/>
              </a:spcBef>
              <a:spcAft>
                <a:spcPts val="0"/>
              </a:spcAft>
              <a:buSzPts val="1000"/>
              <a:buNone/>
              <a:defRPr sz="1000" b="1"/>
            </a:lvl6pPr>
            <a:lvl7pPr lvl="6" rtl="0">
              <a:spcBef>
                <a:spcPts val="200"/>
              </a:spcBef>
              <a:spcAft>
                <a:spcPts val="0"/>
              </a:spcAft>
              <a:buSzPts val="1000"/>
              <a:buNone/>
              <a:defRPr sz="1000" b="1"/>
            </a:lvl7pPr>
            <a:lvl8pPr lvl="7" rtl="0">
              <a:spcBef>
                <a:spcPts val="200"/>
              </a:spcBef>
              <a:spcAft>
                <a:spcPts val="0"/>
              </a:spcAft>
              <a:buSzPts val="1000"/>
              <a:buNone/>
              <a:defRPr sz="1000" b="1"/>
            </a:lvl8pPr>
            <a:lvl9pPr lvl="8" rtl="0">
              <a:spcBef>
                <a:spcPts val="200"/>
              </a:spcBef>
              <a:spcAft>
                <a:spcPts val="200"/>
              </a:spcAft>
              <a:buSzPts val="1000"/>
              <a:buNone/>
              <a:defRPr sz="1000" b="1"/>
            </a:lvl9pPr>
          </a:lstStyle>
          <a:p>
            <a:endParaRPr/>
          </a:p>
        </p:txBody>
      </p:sp>
      <p:sp>
        <p:nvSpPr>
          <p:cNvPr id="651" name="Google Shape;651;p28"/>
          <p:cNvSpPr txBox="1">
            <a:spLocks noGrp="1"/>
          </p:cNvSpPr>
          <p:nvPr>
            <p:ph type="subTitle" idx="6"/>
          </p:nvPr>
        </p:nvSpPr>
        <p:spPr>
          <a:xfrm>
            <a:off x="720750" y="2450042"/>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dk1"/>
              </a:buClr>
              <a:buSzPts val="1200"/>
              <a:buNone/>
              <a:defRPr sz="1200">
                <a:solidFill>
                  <a:schemeClr val="dk1"/>
                </a:solidFill>
              </a:defRPr>
            </a:lvl1pPr>
            <a:lvl2pPr lvl="1" rtl="0">
              <a:spcBef>
                <a:spcPts val="200"/>
              </a:spcBef>
              <a:spcAft>
                <a:spcPts val="0"/>
              </a:spcAft>
              <a:buClr>
                <a:schemeClr val="dk1"/>
              </a:buClr>
              <a:buSzPts val="1000"/>
              <a:buNone/>
              <a:defRPr sz="1000">
                <a:solidFill>
                  <a:schemeClr val="dk1"/>
                </a:solidFill>
              </a:defRPr>
            </a:lvl2pPr>
            <a:lvl3pPr lvl="2" rtl="0">
              <a:spcBef>
                <a:spcPts val="200"/>
              </a:spcBef>
              <a:spcAft>
                <a:spcPts val="0"/>
              </a:spcAft>
              <a:buClr>
                <a:schemeClr val="dk1"/>
              </a:buClr>
              <a:buSzPts val="1000"/>
              <a:buNone/>
              <a:defRPr sz="1000">
                <a:solidFill>
                  <a:schemeClr val="dk1"/>
                </a:solidFill>
              </a:defRPr>
            </a:lvl3pPr>
            <a:lvl4pPr lvl="3" rtl="0">
              <a:spcBef>
                <a:spcPts val="200"/>
              </a:spcBef>
              <a:spcAft>
                <a:spcPts val="0"/>
              </a:spcAft>
              <a:buClr>
                <a:schemeClr val="dk1"/>
              </a:buClr>
              <a:buSzPts val="1000"/>
              <a:buNone/>
              <a:defRPr sz="1000">
                <a:solidFill>
                  <a:schemeClr val="dk1"/>
                </a:solidFill>
              </a:defRPr>
            </a:lvl4pPr>
            <a:lvl5pPr lvl="4" rtl="0">
              <a:spcBef>
                <a:spcPts val="200"/>
              </a:spcBef>
              <a:spcAft>
                <a:spcPts val="0"/>
              </a:spcAft>
              <a:buClr>
                <a:schemeClr val="dk1"/>
              </a:buClr>
              <a:buSzPts val="1000"/>
              <a:buNone/>
              <a:defRPr sz="1000">
                <a:solidFill>
                  <a:schemeClr val="dk1"/>
                </a:solidFill>
              </a:defRPr>
            </a:lvl5pPr>
            <a:lvl6pPr lvl="5" rtl="0">
              <a:spcBef>
                <a:spcPts val="200"/>
              </a:spcBef>
              <a:spcAft>
                <a:spcPts val="0"/>
              </a:spcAft>
              <a:buClr>
                <a:schemeClr val="dk1"/>
              </a:buClr>
              <a:buSzPts val="1000"/>
              <a:buNone/>
              <a:defRPr sz="1000">
                <a:solidFill>
                  <a:schemeClr val="dk1"/>
                </a:solidFill>
              </a:defRPr>
            </a:lvl6pPr>
            <a:lvl7pPr lvl="6" rtl="0">
              <a:spcBef>
                <a:spcPts val="200"/>
              </a:spcBef>
              <a:spcAft>
                <a:spcPts val="0"/>
              </a:spcAft>
              <a:buClr>
                <a:schemeClr val="dk1"/>
              </a:buClr>
              <a:buSzPts val="1000"/>
              <a:buNone/>
              <a:defRPr sz="1000">
                <a:solidFill>
                  <a:schemeClr val="dk1"/>
                </a:solidFill>
              </a:defRPr>
            </a:lvl7pPr>
            <a:lvl8pPr lvl="7" rtl="0">
              <a:spcBef>
                <a:spcPts val="200"/>
              </a:spcBef>
              <a:spcAft>
                <a:spcPts val="0"/>
              </a:spcAft>
              <a:buClr>
                <a:schemeClr val="dk1"/>
              </a:buClr>
              <a:buSzPts val="1000"/>
              <a:buNone/>
              <a:defRPr sz="1000">
                <a:solidFill>
                  <a:schemeClr val="dk1"/>
                </a:solidFill>
              </a:defRPr>
            </a:lvl8pPr>
            <a:lvl9pPr lvl="8" rtl="0">
              <a:spcBef>
                <a:spcPts val="200"/>
              </a:spcBef>
              <a:spcAft>
                <a:spcPts val="200"/>
              </a:spcAft>
              <a:buClr>
                <a:schemeClr val="dk1"/>
              </a:buClr>
              <a:buSzPts val="1000"/>
              <a:buNone/>
              <a:defRPr sz="1000">
                <a:solidFill>
                  <a:schemeClr val="dk1"/>
                </a:solidFill>
              </a:defRPr>
            </a:lvl9pPr>
          </a:lstStyle>
          <a:p>
            <a:endParaRPr/>
          </a:p>
        </p:txBody>
      </p:sp>
      <p:sp>
        <p:nvSpPr>
          <p:cNvPr id="652" name="Google Shape;652;p28"/>
          <p:cNvSpPr txBox="1">
            <a:spLocks noGrp="1"/>
          </p:cNvSpPr>
          <p:nvPr>
            <p:ph type="subTitle" idx="7"/>
          </p:nvPr>
        </p:nvSpPr>
        <p:spPr>
          <a:xfrm>
            <a:off x="720750" y="2171700"/>
            <a:ext cx="1554600" cy="183000"/>
          </a:xfrm>
          <a:prstGeom prst="rect">
            <a:avLst/>
          </a:prstGeom>
          <a:noFill/>
        </p:spPr>
        <p:txBody>
          <a:bodyPr spcFirstLastPara="1" wrap="square" lIns="0" tIns="0" rIns="0" bIns="0" anchor="t" anchorCtr="0">
            <a:noAutofit/>
          </a:bodyPr>
          <a:lstStyle>
            <a:lvl1pPr lvl="0" algn="ctr" rtl="0">
              <a:spcBef>
                <a:spcPts val="0"/>
              </a:spcBef>
              <a:spcAft>
                <a:spcPts val="0"/>
              </a:spcAft>
              <a:buClr>
                <a:schemeClr val="dk1"/>
              </a:buClr>
              <a:buSzPts val="1400"/>
              <a:buNone/>
              <a:defRPr b="1">
                <a:solidFill>
                  <a:schemeClr val="dk1"/>
                </a:solidFill>
              </a:defRPr>
            </a:lvl1pPr>
            <a:lvl2pPr lvl="1" algn="ctr" rtl="0">
              <a:spcBef>
                <a:spcPts val="200"/>
              </a:spcBef>
              <a:spcAft>
                <a:spcPts val="0"/>
              </a:spcAft>
              <a:buClr>
                <a:schemeClr val="dk1"/>
              </a:buClr>
              <a:buSzPts val="1000"/>
              <a:buNone/>
              <a:defRPr sz="1000" b="1">
                <a:solidFill>
                  <a:schemeClr val="dk1"/>
                </a:solidFill>
              </a:defRPr>
            </a:lvl2pPr>
            <a:lvl3pPr lvl="2" algn="ctr" rtl="0">
              <a:spcBef>
                <a:spcPts val="200"/>
              </a:spcBef>
              <a:spcAft>
                <a:spcPts val="0"/>
              </a:spcAft>
              <a:buClr>
                <a:schemeClr val="dk1"/>
              </a:buClr>
              <a:buSzPts val="1000"/>
              <a:buNone/>
              <a:defRPr sz="1000" b="1">
                <a:solidFill>
                  <a:schemeClr val="dk1"/>
                </a:solidFill>
              </a:defRPr>
            </a:lvl3pPr>
            <a:lvl4pPr lvl="3" algn="ctr" rtl="0">
              <a:spcBef>
                <a:spcPts val="200"/>
              </a:spcBef>
              <a:spcAft>
                <a:spcPts val="0"/>
              </a:spcAft>
              <a:buClr>
                <a:schemeClr val="dk1"/>
              </a:buClr>
              <a:buSzPts val="1000"/>
              <a:buNone/>
              <a:defRPr sz="1000" b="1">
                <a:solidFill>
                  <a:schemeClr val="dk1"/>
                </a:solidFill>
              </a:defRPr>
            </a:lvl4pPr>
            <a:lvl5pPr lvl="4" algn="ctr" rtl="0">
              <a:spcBef>
                <a:spcPts val="200"/>
              </a:spcBef>
              <a:spcAft>
                <a:spcPts val="0"/>
              </a:spcAft>
              <a:buClr>
                <a:schemeClr val="dk1"/>
              </a:buClr>
              <a:buSzPts val="1000"/>
              <a:buNone/>
              <a:defRPr sz="1000" b="1">
                <a:solidFill>
                  <a:schemeClr val="dk1"/>
                </a:solidFill>
              </a:defRPr>
            </a:lvl5pPr>
            <a:lvl6pPr lvl="5" algn="ctr" rtl="0">
              <a:spcBef>
                <a:spcPts val="200"/>
              </a:spcBef>
              <a:spcAft>
                <a:spcPts val="0"/>
              </a:spcAft>
              <a:buClr>
                <a:schemeClr val="dk1"/>
              </a:buClr>
              <a:buSzPts val="1000"/>
              <a:buNone/>
              <a:defRPr sz="1000" b="1">
                <a:solidFill>
                  <a:schemeClr val="dk1"/>
                </a:solidFill>
              </a:defRPr>
            </a:lvl6pPr>
            <a:lvl7pPr lvl="6" algn="ctr" rtl="0">
              <a:spcBef>
                <a:spcPts val="200"/>
              </a:spcBef>
              <a:spcAft>
                <a:spcPts val="0"/>
              </a:spcAft>
              <a:buClr>
                <a:schemeClr val="dk1"/>
              </a:buClr>
              <a:buSzPts val="1000"/>
              <a:buNone/>
              <a:defRPr sz="1000" b="1">
                <a:solidFill>
                  <a:schemeClr val="dk1"/>
                </a:solidFill>
              </a:defRPr>
            </a:lvl7pPr>
            <a:lvl8pPr lvl="7" algn="ctr" rtl="0">
              <a:spcBef>
                <a:spcPts val="200"/>
              </a:spcBef>
              <a:spcAft>
                <a:spcPts val="0"/>
              </a:spcAft>
              <a:buClr>
                <a:schemeClr val="dk1"/>
              </a:buClr>
              <a:buSzPts val="1000"/>
              <a:buNone/>
              <a:defRPr sz="1000" b="1">
                <a:solidFill>
                  <a:schemeClr val="dk1"/>
                </a:solidFill>
              </a:defRPr>
            </a:lvl8pPr>
            <a:lvl9pPr lvl="8" algn="ctr" rtl="0">
              <a:spcBef>
                <a:spcPts val="200"/>
              </a:spcBef>
              <a:spcAft>
                <a:spcPts val="200"/>
              </a:spcAft>
              <a:buClr>
                <a:schemeClr val="dk1"/>
              </a:buClr>
              <a:buSzPts val="1000"/>
              <a:buNone/>
              <a:defRPr sz="1000" b="1">
                <a:solidFill>
                  <a:schemeClr val="dk1"/>
                </a:solidFill>
              </a:defRPr>
            </a:lvl9pPr>
          </a:lstStyle>
          <a:p>
            <a:endParaRPr/>
          </a:p>
        </p:txBody>
      </p:sp>
      <p:sp>
        <p:nvSpPr>
          <p:cNvPr id="653" name="Google Shape;653;p28"/>
          <p:cNvSpPr>
            <a:spLocks noGrp="1"/>
          </p:cNvSpPr>
          <p:nvPr>
            <p:ph type="pic" idx="8"/>
          </p:nvPr>
        </p:nvSpPr>
        <p:spPr>
          <a:xfrm>
            <a:off x="890705" y="674850"/>
            <a:ext cx="1188600" cy="1188600"/>
          </a:xfrm>
          <a:prstGeom prst="ellipse">
            <a:avLst/>
          </a:prstGeom>
          <a:noFill/>
          <a:ln w="19050" cap="flat" cmpd="sng">
            <a:solidFill>
              <a:schemeClr val="dk1"/>
            </a:solidFill>
            <a:prstDash val="solid"/>
            <a:round/>
            <a:headEnd type="none" w="sm" len="sm"/>
            <a:tailEnd type="none" w="sm" len="sm"/>
          </a:ln>
        </p:spPr>
      </p:sp>
      <p:pic>
        <p:nvPicPr>
          <p:cNvPr id="654" name="Google Shape;654;p28"/>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Title Only 1_1_1">
    <p:spTree>
      <p:nvGrpSpPr>
        <p:cNvPr id="1" name="Shape 655"/>
        <p:cNvGrpSpPr/>
        <p:nvPr/>
      </p:nvGrpSpPr>
      <p:grpSpPr>
        <a:xfrm>
          <a:off x="0" y="0"/>
          <a:ext cx="0" cy="0"/>
          <a:chOff x="0" y="0"/>
          <a:chExt cx="0" cy="0"/>
        </a:xfrm>
      </p:grpSpPr>
      <p:sp>
        <p:nvSpPr>
          <p:cNvPr id="656" name="Google Shape;656;p29"/>
          <p:cNvSpPr/>
          <p:nvPr/>
        </p:nvSpPr>
        <p:spPr>
          <a:xfrm flipH="1">
            <a:off x="294"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400">
              <a:solidFill>
                <a:schemeClr val="dk1"/>
              </a:solidFill>
              <a:latin typeface="Calibri"/>
              <a:ea typeface="Calibri"/>
              <a:cs typeface="Calibri"/>
              <a:sym typeface="Calibri"/>
            </a:endParaRPr>
          </a:p>
        </p:txBody>
      </p:sp>
      <p:sp>
        <p:nvSpPr>
          <p:cNvPr id="657" name="Google Shape;657;p29"/>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700">
                <a:solidFill>
                  <a:schemeClr val="lt1"/>
                </a:solidFill>
                <a:latin typeface="Calibri"/>
                <a:ea typeface="Calibri"/>
                <a:cs typeface="Calibri"/>
                <a:sym typeface="Calibri"/>
              </a:rPr>
              <a:t>‹#›</a:t>
            </a:fld>
            <a:endParaRPr sz="700">
              <a:solidFill>
                <a:schemeClr val="lt1"/>
              </a:solidFill>
              <a:latin typeface="Calibri"/>
              <a:ea typeface="Calibri"/>
              <a:cs typeface="Calibri"/>
              <a:sym typeface="Calibri"/>
            </a:endParaRPr>
          </a:p>
        </p:txBody>
      </p:sp>
      <p:sp>
        <p:nvSpPr>
          <p:cNvPr id="658" name="Google Shape;658;p29"/>
          <p:cNvSpPr txBox="1"/>
          <p:nvPr/>
        </p:nvSpPr>
        <p:spPr>
          <a:xfrm>
            <a:off x="2657759" y="880562"/>
            <a:ext cx="484500" cy="1108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200">
                <a:solidFill>
                  <a:schemeClr val="lt1"/>
                </a:solidFill>
                <a:latin typeface="Calibri"/>
                <a:ea typeface="Calibri"/>
                <a:cs typeface="Calibri"/>
                <a:sym typeface="Calibri"/>
              </a:rPr>
              <a:t>“</a:t>
            </a:r>
            <a:endParaRPr sz="7200">
              <a:solidFill>
                <a:schemeClr val="lt1"/>
              </a:solidFill>
              <a:latin typeface="Calibri"/>
              <a:ea typeface="Calibri"/>
              <a:cs typeface="Calibri"/>
              <a:sym typeface="Calibri"/>
            </a:endParaRPr>
          </a:p>
        </p:txBody>
      </p:sp>
      <p:sp>
        <p:nvSpPr>
          <p:cNvPr id="659" name="Google Shape;659;p29"/>
          <p:cNvSpPr txBox="1">
            <a:spLocks noGrp="1"/>
          </p:cNvSpPr>
          <p:nvPr>
            <p:ph type="subTitle" idx="1"/>
          </p:nvPr>
        </p:nvSpPr>
        <p:spPr>
          <a:xfrm>
            <a:off x="5760879" y="2864425"/>
            <a:ext cx="2349600" cy="260400"/>
          </a:xfrm>
          <a:prstGeom prst="rect">
            <a:avLst/>
          </a:prstGeom>
        </p:spPr>
        <p:txBody>
          <a:bodyPr spcFirstLastPara="1" wrap="square" lIns="0" tIns="0" rIns="0" bIns="0" anchor="t" anchorCtr="0">
            <a:noAutofit/>
          </a:bodyPr>
          <a:lstStyle>
            <a:lvl1pPr lvl="0" algn="r" rtl="0">
              <a:spcBef>
                <a:spcPts val="0"/>
              </a:spcBef>
              <a:spcAft>
                <a:spcPts val="0"/>
              </a:spcAft>
              <a:buClr>
                <a:schemeClr val="accent1"/>
              </a:buClr>
              <a:buSzPts val="1200"/>
              <a:buNone/>
              <a:defRPr sz="1200" b="1">
                <a:solidFill>
                  <a:schemeClr val="accent1"/>
                </a:solidFill>
              </a:defRPr>
            </a:lvl1pPr>
            <a:lvl2pPr lvl="1" rtl="0">
              <a:spcBef>
                <a:spcPts val="200"/>
              </a:spcBef>
              <a:spcAft>
                <a:spcPts val="0"/>
              </a:spcAft>
              <a:buClr>
                <a:schemeClr val="accent1"/>
              </a:buClr>
              <a:buSzPts val="1400"/>
              <a:buNone/>
              <a:defRPr>
                <a:solidFill>
                  <a:schemeClr val="accent1"/>
                </a:solidFill>
              </a:defRPr>
            </a:lvl2pPr>
            <a:lvl3pPr lvl="2" rtl="0">
              <a:spcBef>
                <a:spcPts val="200"/>
              </a:spcBef>
              <a:spcAft>
                <a:spcPts val="0"/>
              </a:spcAft>
              <a:buClr>
                <a:schemeClr val="accent1"/>
              </a:buClr>
              <a:buSzPts val="1400"/>
              <a:buNone/>
              <a:defRPr>
                <a:solidFill>
                  <a:schemeClr val="accent1"/>
                </a:solidFill>
              </a:defRPr>
            </a:lvl3pPr>
            <a:lvl4pPr lvl="3" rtl="0">
              <a:spcBef>
                <a:spcPts val="200"/>
              </a:spcBef>
              <a:spcAft>
                <a:spcPts val="0"/>
              </a:spcAft>
              <a:buClr>
                <a:schemeClr val="accent1"/>
              </a:buClr>
              <a:buSzPts val="1400"/>
              <a:buNone/>
              <a:defRPr>
                <a:solidFill>
                  <a:schemeClr val="accent1"/>
                </a:solidFill>
              </a:defRPr>
            </a:lvl4pPr>
            <a:lvl5pPr lvl="4" rtl="0">
              <a:spcBef>
                <a:spcPts val="200"/>
              </a:spcBef>
              <a:spcAft>
                <a:spcPts val="0"/>
              </a:spcAft>
              <a:buClr>
                <a:schemeClr val="accent1"/>
              </a:buClr>
              <a:buSzPts val="1400"/>
              <a:buNone/>
              <a:defRPr>
                <a:solidFill>
                  <a:schemeClr val="accent1"/>
                </a:solidFill>
              </a:defRPr>
            </a:lvl5pPr>
            <a:lvl6pPr lvl="5" rtl="0">
              <a:spcBef>
                <a:spcPts val="200"/>
              </a:spcBef>
              <a:spcAft>
                <a:spcPts val="0"/>
              </a:spcAft>
              <a:buClr>
                <a:schemeClr val="accent1"/>
              </a:buClr>
              <a:buSzPts val="1400"/>
              <a:buNone/>
              <a:defRPr>
                <a:solidFill>
                  <a:schemeClr val="accent1"/>
                </a:solidFill>
              </a:defRPr>
            </a:lvl6pPr>
            <a:lvl7pPr lvl="6" rtl="0">
              <a:spcBef>
                <a:spcPts val="200"/>
              </a:spcBef>
              <a:spcAft>
                <a:spcPts val="0"/>
              </a:spcAft>
              <a:buClr>
                <a:schemeClr val="accent1"/>
              </a:buClr>
              <a:buSzPts val="1400"/>
              <a:buNone/>
              <a:defRPr>
                <a:solidFill>
                  <a:schemeClr val="accent1"/>
                </a:solidFill>
              </a:defRPr>
            </a:lvl7pPr>
            <a:lvl8pPr lvl="7" rtl="0">
              <a:spcBef>
                <a:spcPts val="200"/>
              </a:spcBef>
              <a:spcAft>
                <a:spcPts val="0"/>
              </a:spcAft>
              <a:buClr>
                <a:schemeClr val="accent1"/>
              </a:buClr>
              <a:buSzPts val="1400"/>
              <a:buNone/>
              <a:defRPr>
                <a:solidFill>
                  <a:schemeClr val="accent1"/>
                </a:solidFill>
              </a:defRPr>
            </a:lvl8pPr>
            <a:lvl9pPr lvl="8" rtl="0">
              <a:spcBef>
                <a:spcPts val="200"/>
              </a:spcBef>
              <a:spcAft>
                <a:spcPts val="200"/>
              </a:spcAft>
              <a:buClr>
                <a:schemeClr val="accent1"/>
              </a:buClr>
              <a:buSzPts val="1400"/>
              <a:buNone/>
              <a:defRPr>
                <a:solidFill>
                  <a:schemeClr val="accent1"/>
                </a:solidFill>
              </a:defRPr>
            </a:lvl9pPr>
          </a:lstStyle>
          <a:p>
            <a:endParaRPr/>
          </a:p>
        </p:txBody>
      </p:sp>
      <p:sp>
        <p:nvSpPr>
          <p:cNvPr id="660" name="Google Shape;660;p29"/>
          <p:cNvSpPr txBox="1">
            <a:spLocks noGrp="1"/>
          </p:cNvSpPr>
          <p:nvPr>
            <p:ph type="subTitle" idx="2"/>
          </p:nvPr>
        </p:nvSpPr>
        <p:spPr>
          <a:xfrm>
            <a:off x="3199700" y="1286450"/>
            <a:ext cx="5029200" cy="1112100"/>
          </a:xfrm>
          <a:prstGeom prst="rect">
            <a:avLst/>
          </a:prstGeom>
          <a:noFill/>
        </p:spPr>
        <p:txBody>
          <a:bodyPr spcFirstLastPara="1" wrap="square" lIns="0" tIns="0" rIns="0" bIns="0" anchor="t" anchorCtr="0">
            <a:noAutofit/>
          </a:bodyPr>
          <a:lstStyle>
            <a:lvl1pPr lvl="0" rtl="0">
              <a:lnSpc>
                <a:spcPct val="115000"/>
              </a:lnSpc>
              <a:spcBef>
                <a:spcPts val="0"/>
              </a:spcBef>
              <a:spcAft>
                <a:spcPts val="0"/>
              </a:spcAft>
              <a:buSzPts val="1200"/>
              <a:buNone/>
              <a:defRPr sz="1200"/>
            </a:lvl1pPr>
            <a:lvl2pPr lvl="1" rtl="0">
              <a:lnSpc>
                <a:spcPct val="115000"/>
              </a:lnSpc>
              <a:spcBef>
                <a:spcPts val="200"/>
              </a:spcBef>
              <a:spcAft>
                <a:spcPts val="0"/>
              </a:spcAft>
              <a:buSzPts val="1000"/>
              <a:buNone/>
              <a:defRPr sz="1000" b="1"/>
            </a:lvl2pPr>
            <a:lvl3pPr lvl="2" rtl="0">
              <a:lnSpc>
                <a:spcPct val="115000"/>
              </a:lnSpc>
              <a:spcBef>
                <a:spcPts val="200"/>
              </a:spcBef>
              <a:spcAft>
                <a:spcPts val="0"/>
              </a:spcAft>
              <a:buSzPts val="1000"/>
              <a:buNone/>
              <a:defRPr sz="1000" b="1"/>
            </a:lvl3pPr>
            <a:lvl4pPr lvl="3" rtl="0">
              <a:lnSpc>
                <a:spcPct val="115000"/>
              </a:lnSpc>
              <a:spcBef>
                <a:spcPts val="200"/>
              </a:spcBef>
              <a:spcAft>
                <a:spcPts val="0"/>
              </a:spcAft>
              <a:buSzPts val="1000"/>
              <a:buNone/>
              <a:defRPr sz="1000" b="1"/>
            </a:lvl4pPr>
            <a:lvl5pPr lvl="4" rtl="0">
              <a:lnSpc>
                <a:spcPct val="115000"/>
              </a:lnSpc>
              <a:spcBef>
                <a:spcPts val="200"/>
              </a:spcBef>
              <a:spcAft>
                <a:spcPts val="0"/>
              </a:spcAft>
              <a:buSzPts val="1000"/>
              <a:buNone/>
              <a:defRPr sz="1000" b="1"/>
            </a:lvl5pPr>
            <a:lvl6pPr lvl="5" rtl="0">
              <a:lnSpc>
                <a:spcPct val="115000"/>
              </a:lnSpc>
              <a:spcBef>
                <a:spcPts val="200"/>
              </a:spcBef>
              <a:spcAft>
                <a:spcPts val="0"/>
              </a:spcAft>
              <a:buSzPts val="1000"/>
              <a:buNone/>
              <a:defRPr sz="1000" b="1"/>
            </a:lvl6pPr>
            <a:lvl7pPr lvl="6" rtl="0">
              <a:lnSpc>
                <a:spcPct val="115000"/>
              </a:lnSpc>
              <a:spcBef>
                <a:spcPts val="200"/>
              </a:spcBef>
              <a:spcAft>
                <a:spcPts val="0"/>
              </a:spcAft>
              <a:buSzPts val="1000"/>
              <a:buNone/>
              <a:defRPr sz="1000" b="1"/>
            </a:lvl7pPr>
            <a:lvl8pPr lvl="7" rtl="0">
              <a:lnSpc>
                <a:spcPct val="115000"/>
              </a:lnSpc>
              <a:spcBef>
                <a:spcPts val="200"/>
              </a:spcBef>
              <a:spcAft>
                <a:spcPts val="0"/>
              </a:spcAft>
              <a:buSzPts val="1000"/>
              <a:buNone/>
              <a:defRPr sz="1000" b="1"/>
            </a:lvl8pPr>
            <a:lvl9pPr lvl="8" rtl="0">
              <a:lnSpc>
                <a:spcPct val="115000"/>
              </a:lnSpc>
              <a:spcBef>
                <a:spcPts val="200"/>
              </a:spcBef>
              <a:spcAft>
                <a:spcPts val="200"/>
              </a:spcAft>
              <a:buSzPts val="1000"/>
              <a:buNone/>
              <a:defRPr sz="1000" b="1"/>
            </a:lvl9pPr>
          </a:lstStyle>
          <a:p>
            <a:endParaRPr/>
          </a:p>
        </p:txBody>
      </p:sp>
      <p:pic>
        <p:nvPicPr>
          <p:cNvPr id="661" name="Google Shape;661;p29"/>
          <p:cNvPicPr preferRelativeResize="0"/>
          <p:nvPr/>
        </p:nvPicPr>
        <p:blipFill>
          <a:blip r:embed="rId2">
            <a:alphaModFix/>
          </a:blip>
          <a:stretch>
            <a:fill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070">
          <p15:clr>
            <a:srgbClr val="FA7B17"/>
          </p15:clr>
        </p15:guide>
        <p15:guide id="2" orient="horz" pos="235">
          <p15:clr>
            <a:srgbClr val="FA7B17"/>
          </p15:clr>
        </p15:guide>
        <p15:guide id="3" pos="259">
          <p15:clr>
            <a:srgbClr val="FA7B17"/>
          </p15:clr>
        </p15:guide>
        <p15:guide id="4" pos="5501">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75" y="170050"/>
            <a:ext cx="8312700" cy="568200"/>
          </a:xfrm>
          <a:prstGeom prst="rect">
            <a:avLst/>
          </a:prstGeom>
          <a:noFill/>
          <a:ln>
            <a:noFill/>
          </a:ln>
        </p:spPr>
        <p:txBody>
          <a:bodyPr spcFirstLastPara="1" wrap="square" lIns="0" tIns="0" rIns="0" bIns="0" anchor="b" anchorCtr="0">
            <a:normAutofit/>
          </a:bodyPr>
          <a:lstStyle>
            <a:lvl1pPr marR="0" lvl="0" algn="l" rtl="0">
              <a:lnSpc>
                <a:spcPct val="90000"/>
              </a:lnSpc>
              <a:spcBef>
                <a:spcPts val="0"/>
              </a:spcBef>
              <a:spcAft>
                <a:spcPts val="0"/>
              </a:spcAft>
              <a:buClr>
                <a:schemeClr val="lt1"/>
              </a:buClr>
              <a:buSzPts val="2100"/>
              <a:buFont typeface="Poppins Medium"/>
              <a:buNone/>
              <a:defRPr sz="2100" i="0" u="none" strike="noStrike" cap="none">
                <a:solidFill>
                  <a:schemeClr val="lt1"/>
                </a:solidFill>
                <a:latin typeface="Poppins Medium"/>
                <a:ea typeface="Poppins Medium"/>
                <a:cs typeface="Poppins Medium"/>
                <a:sym typeface="Poppins Medium"/>
              </a:defRPr>
            </a:lvl1pPr>
            <a:lvl2pPr lvl="1" rtl="0">
              <a:spcBef>
                <a:spcPts val="0"/>
              </a:spcBef>
              <a:spcAft>
                <a:spcPts val="0"/>
              </a:spcAft>
              <a:buSzPts val="1100"/>
              <a:buFont typeface="Poppins Medium"/>
              <a:buNone/>
              <a:defRPr sz="1400">
                <a:latin typeface="Poppins Medium"/>
                <a:ea typeface="Poppins Medium"/>
                <a:cs typeface="Poppins Medium"/>
                <a:sym typeface="Poppins Medium"/>
              </a:defRPr>
            </a:lvl2pPr>
            <a:lvl3pPr lvl="2" rtl="0">
              <a:spcBef>
                <a:spcPts val="0"/>
              </a:spcBef>
              <a:spcAft>
                <a:spcPts val="0"/>
              </a:spcAft>
              <a:buSzPts val="1100"/>
              <a:buFont typeface="Poppins Medium"/>
              <a:buNone/>
              <a:defRPr sz="1400">
                <a:latin typeface="Poppins Medium"/>
                <a:ea typeface="Poppins Medium"/>
                <a:cs typeface="Poppins Medium"/>
                <a:sym typeface="Poppins Medium"/>
              </a:defRPr>
            </a:lvl3pPr>
            <a:lvl4pPr lvl="3" rtl="0">
              <a:spcBef>
                <a:spcPts val="0"/>
              </a:spcBef>
              <a:spcAft>
                <a:spcPts val="0"/>
              </a:spcAft>
              <a:buSzPts val="1100"/>
              <a:buFont typeface="Poppins Medium"/>
              <a:buNone/>
              <a:defRPr sz="1400">
                <a:latin typeface="Poppins Medium"/>
                <a:ea typeface="Poppins Medium"/>
                <a:cs typeface="Poppins Medium"/>
                <a:sym typeface="Poppins Medium"/>
              </a:defRPr>
            </a:lvl4pPr>
            <a:lvl5pPr lvl="4" rtl="0">
              <a:spcBef>
                <a:spcPts val="0"/>
              </a:spcBef>
              <a:spcAft>
                <a:spcPts val="0"/>
              </a:spcAft>
              <a:buSzPts val="1100"/>
              <a:buFont typeface="Poppins Medium"/>
              <a:buNone/>
              <a:defRPr sz="1400">
                <a:latin typeface="Poppins Medium"/>
                <a:ea typeface="Poppins Medium"/>
                <a:cs typeface="Poppins Medium"/>
                <a:sym typeface="Poppins Medium"/>
              </a:defRPr>
            </a:lvl5pPr>
            <a:lvl6pPr lvl="5" rtl="0">
              <a:spcBef>
                <a:spcPts val="0"/>
              </a:spcBef>
              <a:spcAft>
                <a:spcPts val="0"/>
              </a:spcAft>
              <a:buSzPts val="1100"/>
              <a:buFont typeface="Poppins Medium"/>
              <a:buNone/>
              <a:defRPr sz="1400">
                <a:latin typeface="Poppins Medium"/>
                <a:ea typeface="Poppins Medium"/>
                <a:cs typeface="Poppins Medium"/>
                <a:sym typeface="Poppins Medium"/>
              </a:defRPr>
            </a:lvl6pPr>
            <a:lvl7pPr lvl="6" rtl="0">
              <a:spcBef>
                <a:spcPts val="0"/>
              </a:spcBef>
              <a:spcAft>
                <a:spcPts val="0"/>
              </a:spcAft>
              <a:buSzPts val="1100"/>
              <a:buFont typeface="Poppins Medium"/>
              <a:buNone/>
              <a:defRPr sz="1400">
                <a:latin typeface="Poppins Medium"/>
                <a:ea typeface="Poppins Medium"/>
                <a:cs typeface="Poppins Medium"/>
                <a:sym typeface="Poppins Medium"/>
              </a:defRPr>
            </a:lvl7pPr>
            <a:lvl8pPr lvl="7" rtl="0">
              <a:spcBef>
                <a:spcPts val="0"/>
              </a:spcBef>
              <a:spcAft>
                <a:spcPts val="0"/>
              </a:spcAft>
              <a:buSzPts val="1100"/>
              <a:buFont typeface="Poppins Medium"/>
              <a:buNone/>
              <a:defRPr sz="1400">
                <a:latin typeface="Poppins Medium"/>
                <a:ea typeface="Poppins Medium"/>
                <a:cs typeface="Poppins Medium"/>
                <a:sym typeface="Poppins Medium"/>
              </a:defRPr>
            </a:lvl8pPr>
            <a:lvl9pPr lvl="8" rtl="0">
              <a:spcBef>
                <a:spcPts val="0"/>
              </a:spcBef>
              <a:spcAft>
                <a:spcPts val="0"/>
              </a:spcAft>
              <a:buSzPts val="1100"/>
              <a:buFont typeface="Poppins Medium"/>
              <a:buNone/>
              <a:defRPr sz="1400">
                <a:latin typeface="Poppins Medium"/>
                <a:ea typeface="Poppins Medium"/>
                <a:cs typeface="Poppins Medium"/>
                <a:sym typeface="Poppins Medium"/>
              </a:defRPr>
            </a:lvl9pPr>
          </a:lstStyle>
          <a:p>
            <a:endParaRPr/>
          </a:p>
        </p:txBody>
      </p:sp>
      <p:sp>
        <p:nvSpPr>
          <p:cNvPr id="7" name="Google Shape;7;p1"/>
          <p:cNvSpPr txBox="1">
            <a:spLocks noGrp="1"/>
          </p:cNvSpPr>
          <p:nvPr>
            <p:ph type="body" idx="1"/>
          </p:nvPr>
        </p:nvSpPr>
        <p:spPr>
          <a:xfrm>
            <a:off x="415650" y="1282925"/>
            <a:ext cx="8312700" cy="3179700"/>
          </a:xfrm>
          <a:prstGeom prst="rect">
            <a:avLst/>
          </a:prstGeom>
          <a:noFill/>
          <a:ln>
            <a:noFill/>
          </a:ln>
        </p:spPr>
        <p:txBody>
          <a:bodyPr spcFirstLastPara="1" wrap="square" lIns="0" tIns="0" rIns="0" bIns="0" anchor="t" anchorCtr="0">
            <a:noAutofit/>
          </a:bodyPr>
          <a:lstStyle>
            <a:lvl1pPr marL="457200" lvl="0" indent="-317500" rtl="0">
              <a:spcBef>
                <a:spcPts val="0"/>
              </a:spcBef>
              <a:spcAft>
                <a:spcPts val="0"/>
              </a:spcAft>
              <a:buClr>
                <a:schemeClr val="lt1"/>
              </a:buClr>
              <a:buSzPts val="1400"/>
              <a:buFont typeface="Calibri"/>
              <a:buChar char="●"/>
              <a:defRPr>
                <a:solidFill>
                  <a:schemeClr val="lt1"/>
                </a:solidFill>
                <a:latin typeface="Calibri"/>
                <a:ea typeface="Calibri"/>
                <a:cs typeface="Calibri"/>
                <a:sym typeface="Calibri"/>
              </a:defRPr>
            </a:lvl1pPr>
            <a:lvl2pPr marL="914400" lvl="1"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2pPr>
            <a:lvl3pPr marL="1371600" lvl="2"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3pPr>
            <a:lvl4pPr marL="1828800" lvl="3"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4pPr>
            <a:lvl5pPr marL="2286000" lvl="4"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5pPr>
            <a:lvl6pPr marL="2743200" lvl="5"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6pPr>
            <a:lvl7pPr marL="3200400" lvl="6"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7pPr>
            <a:lvl8pPr marL="3657600" lvl="7" indent="-317500" rtl="0">
              <a:spcBef>
                <a:spcPts val="200"/>
              </a:spcBef>
              <a:spcAft>
                <a:spcPts val="0"/>
              </a:spcAft>
              <a:buClr>
                <a:schemeClr val="lt1"/>
              </a:buClr>
              <a:buSzPts val="1400"/>
              <a:buFont typeface="Calibri"/>
              <a:buChar char="○"/>
              <a:defRPr>
                <a:solidFill>
                  <a:schemeClr val="lt1"/>
                </a:solidFill>
                <a:latin typeface="Calibri"/>
                <a:ea typeface="Calibri"/>
                <a:cs typeface="Calibri"/>
                <a:sym typeface="Calibri"/>
              </a:defRPr>
            </a:lvl8pPr>
            <a:lvl9pPr marL="4114800" lvl="8" indent="-317500" rtl="0">
              <a:spcBef>
                <a:spcPts val="200"/>
              </a:spcBef>
              <a:spcAft>
                <a:spcPts val="200"/>
              </a:spcAft>
              <a:buClr>
                <a:schemeClr val="lt1"/>
              </a:buClr>
              <a:buSzPts val="1400"/>
              <a:buFont typeface="Calibri"/>
              <a:buChar char="■"/>
              <a:defRPr>
                <a:solidFill>
                  <a:schemeClr val="lt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9" r:id="rId10"/>
    <p:sldLayoutId id="2147483670" r:id="rId11"/>
    <p:sldLayoutId id="2147483671" r:id="rId12"/>
    <p:sldLayoutId id="2147483672" r:id="rId13"/>
    <p:sldLayoutId id="2147483673" r:id="rId14"/>
    <p:sldLayoutId id="2147483674" r:id="rId15"/>
    <p:sldLayoutId id="214748367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9.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17.png"/><Relationship Id="rId7" Type="http://schemas.openxmlformats.org/officeDocument/2006/relationships/image" Target="../media/image16.png"/><Relationship Id="rId12" Type="http://schemas.openxmlformats.org/officeDocument/2006/relationships/image" Target="../media/image20.png"/><Relationship Id="rId17" Type="http://schemas.openxmlformats.org/officeDocument/2006/relationships/image" Target="../media/image13.png"/><Relationship Id="rId2" Type="http://schemas.openxmlformats.org/officeDocument/2006/relationships/notesSlide" Target="../notesSlides/notesSlide6.xml"/><Relationship Id="rId16" Type="http://schemas.openxmlformats.org/officeDocument/2006/relationships/image" Target="../media/image8.png"/><Relationship Id="rId20"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6.png"/><Relationship Id="rId15" Type="http://schemas.openxmlformats.org/officeDocument/2006/relationships/image" Target="../media/image19.png"/><Relationship Id="rId10" Type="http://schemas.openxmlformats.org/officeDocument/2006/relationships/image" Target="../media/image10.png"/><Relationship Id="rId19"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4.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7" name="Google Shape;677;p31"/>
          <p:cNvSpPr txBox="1">
            <a:spLocks noGrp="1"/>
          </p:cNvSpPr>
          <p:nvPr>
            <p:ph type="subTitle" idx="4"/>
          </p:nvPr>
        </p:nvSpPr>
        <p:spPr>
          <a:xfrm>
            <a:off x="3927616" y="4874750"/>
            <a:ext cx="642000" cy="924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DD-MMM-YYYY</a:t>
            </a:r>
            <a:endParaRPr/>
          </a:p>
        </p:txBody>
      </p:sp>
      <p:sp>
        <p:nvSpPr>
          <p:cNvPr id="678" name="Google Shape;678;p31"/>
          <p:cNvSpPr txBox="1">
            <a:spLocks noGrp="1"/>
          </p:cNvSpPr>
          <p:nvPr>
            <p:ph type="subTitle" idx="5"/>
          </p:nvPr>
        </p:nvSpPr>
        <p:spPr>
          <a:xfrm>
            <a:off x="5237692" y="4874750"/>
            <a:ext cx="558900" cy="924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John Smith</a:t>
            </a:r>
            <a:endParaRPr/>
          </a:p>
        </p:txBody>
      </p:sp>
      <p:sp>
        <p:nvSpPr>
          <p:cNvPr id="679" name="Google Shape;679;p31"/>
          <p:cNvSpPr txBox="1">
            <a:spLocks noGrp="1"/>
          </p:cNvSpPr>
          <p:nvPr>
            <p:ph type="subTitle" idx="3"/>
          </p:nvPr>
        </p:nvSpPr>
        <p:spPr>
          <a:xfrm>
            <a:off x="2308944" y="4874750"/>
            <a:ext cx="1032600" cy="924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Confidential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314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45"/>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Team Intro Layout with 5 Headshots</a:t>
            </a:r>
            <a:endParaRPr/>
          </a:p>
        </p:txBody>
      </p:sp>
      <p:pic>
        <p:nvPicPr>
          <p:cNvPr id="812" name="Google Shape;812;p45"/>
          <p:cNvPicPr preferRelativeResize="0">
            <a:picLocks noGrp="1"/>
          </p:cNvPicPr>
          <p:nvPr>
            <p:ph type="pic" idx="2"/>
          </p:nvPr>
        </p:nvPicPr>
        <p:blipFill rotWithShape="1">
          <a:blip r:embed="rId3">
            <a:alphaModFix/>
          </a:blip>
          <a:srcRect/>
          <a:stretch/>
        </p:blipFill>
        <p:spPr>
          <a:xfrm>
            <a:off x="717850" y="1748969"/>
            <a:ext cx="1005900" cy="1005900"/>
          </a:xfrm>
          <a:prstGeom prst="ellipse">
            <a:avLst/>
          </a:prstGeom>
        </p:spPr>
      </p:pic>
      <p:sp>
        <p:nvSpPr>
          <p:cNvPr id="813" name="Google Shape;813;p45"/>
          <p:cNvSpPr txBox="1">
            <a:spLocks noGrp="1"/>
          </p:cNvSpPr>
          <p:nvPr>
            <p:ph type="subTitle" idx="1"/>
          </p:nvPr>
        </p:nvSpPr>
        <p:spPr>
          <a:xfrm>
            <a:off x="443500" y="329067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Title</a:t>
            </a:r>
            <a:endParaRPr/>
          </a:p>
        </p:txBody>
      </p:sp>
      <p:sp>
        <p:nvSpPr>
          <p:cNvPr id="814" name="Google Shape;814;p45"/>
          <p:cNvSpPr txBox="1">
            <a:spLocks noGrp="1"/>
          </p:cNvSpPr>
          <p:nvPr>
            <p:ph type="subTitle" idx="3"/>
          </p:nvPr>
        </p:nvSpPr>
        <p:spPr>
          <a:xfrm>
            <a:off x="443500" y="3050428"/>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Name</a:t>
            </a:r>
            <a:endParaRPr/>
          </a:p>
        </p:txBody>
      </p:sp>
      <p:sp>
        <p:nvSpPr>
          <p:cNvPr id="815" name="Google Shape;815;p45"/>
          <p:cNvSpPr txBox="1">
            <a:spLocks noGrp="1"/>
          </p:cNvSpPr>
          <p:nvPr>
            <p:ph type="subTitle" idx="4"/>
          </p:nvPr>
        </p:nvSpPr>
        <p:spPr>
          <a:xfrm>
            <a:off x="443500" y="37144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Profile Summary</a:t>
            </a:r>
            <a:endParaRPr/>
          </a:p>
        </p:txBody>
      </p:sp>
      <p:pic>
        <p:nvPicPr>
          <p:cNvPr id="816" name="Google Shape;816;p45"/>
          <p:cNvPicPr preferRelativeResize="0">
            <a:picLocks noGrp="1"/>
          </p:cNvPicPr>
          <p:nvPr>
            <p:ph type="pic" idx="5"/>
          </p:nvPr>
        </p:nvPicPr>
        <p:blipFill rotWithShape="1">
          <a:blip r:embed="rId4">
            <a:alphaModFix/>
          </a:blip>
          <a:srcRect/>
          <a:stretch/>
        </p:blipFill>
        <p:spPr>
          <a:xfrm>
            <a:off x="2393450" y="1748969"/>
            <a:ext cx="1005900" cy="1005900"/>
          </a:xfrm>
          <a:prstGeom prst="ellipse">
            <a:avLst/>
          </a:prstGeom>
        </p:spPr>
      </p:pic>
      <p:sp>
        <p:nvSpPr>
          <p:cNvPr id="817" name="Google Shape;817;p45"/>
          <p:cNvSpPr txBox="1">
            <a:spLocks noGrp="1"/>
          </p:cNvSpPr>
          <p:nvPr>
            <p:ph type="subTitle" idx="6"/>
          </p:nvPr>
        </p:nvSpPr>
        <p:spPr>
          <a:xfrm>
            <a:off x="2119100" y="329067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18" name="Google Shape;818;p45"/>
          <p:cNvSpPr txBox="1">
            <a:spLocks noGrp="1"/>
          </p:cNvSpPr>
          <p:nvPr>
            <p:ph type="subTitle" idx="7"/>
          </p:nvPr>
        </p:nvSpPr>
        <p:spPr>
          <a:xfrm>
            <a:off x="2119100" y="3050428"/>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19" name="Google Shape;819;p45"/>
          <p:cNvSpPr txBox="1">
            <a:spLocks noGrp="1"/>
          </p:cNvSpPr>
          <p:nvPr>
            <p:ph type="subTitle" idx="8"/>
          </p:nvPr>
        </p:nvSpPr>
        <p:spPr>
          <a:xfrm>
            <a:off x="2119100" y="37144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20" name="Google Shape;820;p45"/>
          <p:cNvPicPr preferRelativeResize="0">
            <a:picLocks noGrp="1"/>
          </p:cNvPicPr>
          <p:nvPr>
            <p:ph type="pic" idx="9"/>
          </p:nvPr>
        </p:nvPicPr>
        <p:blipFill rotWithShape="1">
          <a:blip r:embed="rId5">
            <a:alphaModFix/>
          </a:blip>
          <a:srcRect/>
          <a:stretch/>
        </p:blipFill>
        <p:spPr>
          <a:xfrm>
            <a:off x="4069050" y="1748969"/>
            <a:ext cx="1005900" cy="1005900"/>
          </a:xfrm>
          <a:prstGeom prst="ellipse">
            <a:avLst/>
          </a:prstGeom>
        </p:spPr>
      </p:pic>
      <p:sp>
        <p:nvSpPr>
          <p:cNvPr id="821" name="Google Shape;821;p45"/>
          <p:cNvSpPr txBox="1">
            <a:spLocks noGrp="1"/>
          </p:cNvSpPr>
          <p:nvPr>
            <p:ph type="subTitle" idx="13"/>
          </p:nvPr>
        </p:nvSpPr>
        <p:spPr>
          <a:xfrm>
            <a:off x="3794700" y="329067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22" name="Google Shape;822;p45"/>
          <p:cNvSpPr txBox="1">
            <a:spLocks noGrp="1"/>
          </p:cNvSpPr>
          <p:nvPr>
            <p:ph type="subTitle" idx="14"/>
          </p:nvPr>
        </p:nvSpPr>
        <p:spPr>
          <a:xfrm>
            <a:off x="3794700" y="3050428"/>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23" name="Google Shape;823;p45"/>
          <p:cNvSpPr txBox="1">
            <a:spLocks noGrp="1"/>
          </p:cNvSpPr>
          <p:nvPr>
            <p:ph type="subTitle" idx="15"/>
          </p:nvPr>
        </p:nvSpPr>
        <p:spPr>
          <a:xfrm>
            <a:off x="3794700" y="37144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24" name="Google Shape;824;p45"/>
          <p:cNvPicPr preferRelativeResize="0">
            <a:picLocks noGrp="1"/>
          </p:cNvPicPr>
          <p:nvPr>
            <p:ph type="pic" idx="16"/>
          </p:nvPr>
        </p:nvPicPr>
        <p:blipFill rotWithShape="1">
          <a:blip r:embed="rId6">
            <a:alphaModFix/>
          </a:blip>
          <a:srcRect/>
          <a:stretch/>
        </p:blipFill>
        <p:spPr>
          <a:xfrm>
            <a:off x="5744650" y="1748969"/>
            <a:ext cx="1005900" cy="1005900"/>
          </a:xfrm>
          <a:prstGeom prst="ellipse">
            <a:avLst/>
          </a:prstGeom>
        </p:spPr>
      </p:pic>
      <p:sp>
        <p:nvSpPr>
          <p:cNvPr id="825" name="Google Shape;825;p45"/>
          <p:cNvSpPr txBox="1">
            <a:spLocks noGrp="1"/>
          </p:cNvSpPr>
          <p:nvPr>
            <p:ph type="subTitle" idx="17"/>
          </p:nvPr>
        </p:nvSpPr>
        <p:spPr>
          <a:xfrm>
            <a:off x="5470300" y="329067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26" name="Google Shape;826;p45"/>
          <p:cNvSpPr txBox="1">
            <a:spLocks noGrp="1"/>
          </p:cNvSpPr>
          <p:nvPr>
            <p:ph type="subTitle" idx="18"/>
          </p:nvPr>
        </p:nvSpPr>
        <p:spPr>
          <a:xfrm>
            <a:off x="5470300" y="3050428"/>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27" name="Google Shape;827;p45"/>
          <p:cNvSpPr txBox="1">
            <a:spLocks noGrp="1"/>
          </p:cNvSpPr>
          <p:nvPr>
            <p:ph type="subTitle" idx="19"/>
          </p:nvPr>
        </p:nvSpPr>
        <p:spPr>
          <a:xfrm>
            <a:off x="5470300" y="37144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28" name="Google Shape;828;p45"/>
          <p:cNvPicPr preferRelativeResize="0">
            <a:picLocks noGrp="1"/>
          </p:cNvPicPr>
          <p:nvPr>
            <p:ph type="pic" idx="20"/>
          </p:nvPr>
        </p:nvPicPr>
        <p:blipFill rotWithShape="1">
          <a:blip r:embed="rId7">
            <a:alphaModFix/>
          </a:blip>
          <a:srcRect/>
          <a:stretch/>
        </p:blipFill>
        <p:spPr>
          <a:xfrm>
            <a:off x="7420250" y="1748969"/>
            <a:ext cx="1005900" cy="1005900"/>
          </a:xfrm>
          <a:prstGeom prst="ellipse">
            <a:avLst/>
          </a:prstGeom>
        </p:spPr>
      </p:pic>
      <p:sp>
        <p:nvSpPr>
          <p:cNvPr id="829" name="Google Shape;829;p45"/>
          <p:cNvSpPr txBox="1">
            <a:spLocks noGrp="1"/>
          </p:cNvSpPr>
          <p:nvPr>
            <p:ph type="subTitle" idx="21"/>
          </p:nvPr>
        </p:nvSpPr>
        <p:spPr>
          <a:xfrm>
            <a:off x="7145900" y="329067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30" name="Google Shape;830;p45"/>
          <p:cNvSpPr txBox="1">
            <a:spLocks noGrp="1"/>
          </p:cNvSpPr>
          <p:nvPr>
            <p:ph type="subTitle" idx="22"/>
          </p:nvPr>
        </p:nvSpPr>
        <p:spPr>
          <a:xfrm>
            <a:off x="7145900" y="3050428"/>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31" name="Google Shape;831;p45"/>
          <p:cNvSpPr txBox="1">
            <a:spLocks noGrp="1"/>
          </p:cNvSpPr>
          <p:nvPr>
            <p:ph type="subTitle" idx="23"/>
          </p:nvPr>
        </p:nvSpPr>
        <p:spPr>
          <a:xfrm>
            <a:off x="7145900" y="37144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6"/>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Team Intro Layout with 10 Headshots</a:t>
            </a:r>
            <a:endParaRPr/>
          </a:p>
        </p:txBody>
      </p:sp>
      <p:sp>
        <p:nvSpPr>
          <p:cNvPr id="837" name="Google Shape;837;p46"/>
          <p:cNvSpPr txBox="1">
            <a:spLocks noGrp="1"/>
          </p:cNvSpPr>
          <p:nvPr>
            <p:ph type="subTitle" idx="1"/>
          </p:nvPr>
        </p:nvSpPr>
        <p:spPr>
          <a:xfrm>
            <a:off x="570625" y="211350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Title</a:t>
            </a:r>
            <a:endParaRPr/>
          </a:p>
        </p:txBody>
      </p:sp>
      <p:sp>
        <p:nvSpPr>
          <p:cNvPr id="838" name="Google Shape;838;p46"/>
          <p:cNvSpPr txBox="1">
            <a:spLocks noGrp="1"/>
          </p:cNvSpPr>
          <p:nvPr>
            <p:ph type="subTitle" idx="2"/>
          </p:nvPr>
        </p:nvSpPr>
        <p:spPr>
          <a:xfrm>
            <a:off x="570625" y="1941308"/>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Name</a:t>
            </a:r>
            <a:endParaRPr/>
          </a:p>
        </p:txBody>
      </p:sp>
      <p:sp>
        <p:nvSpPr>
          <p:cNvPr id="839" name="Google Shape;839;p46"/>
          <p:cNvSpPr txBox="1">
            <a:spLocks noGrp="1"/>
          </p:cNvSpPr>
          <p:nvPr>
            <p:ph type="subTitle" idx="3"/>
          </p:nvPr>
        </p:nvSpPr>
        <p:spPr>
          <a:xfrm>
            <a:off x="570625" y="238412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Profile Summary</a:t>
            </a:r>
            <a:endParaRPr/>
          </a:p>
        </p:txBody>
      </p:sp>
      <p:pic>
        <p:nvPicPr>
          <p:cNvPr id="840" name="Google Shape;840;p46"/>
          <p:cNvPicPr preferRelativeResize="0">
            <a:picLocks noGrp="1"/>
          </p:cNvPicPr>
          <p:nvPr>
            <p:ph type="pic" idx="4"/>
          </p:nvPr>
        </p:nvPicPr>
        <p:blipFill rotWithShape="1">
          <a:blip r:embed="rId3">
            <a:alphaModFix/>
          </a:blip>
          <a:srcRect/>
          <a:stretch/>
        </p:blipFill>
        <p:spPr>
          <a:xfrm>
            <a:off x="913525" y="1095880"/>
            <a:ext cx="685800" cy="685800"/>
          </a:xfrm>
          <a:prstGeom prst="ellipse">
            <a:avLst/>
          </a:prstGeom>
        </p:spPr>
      </p:pic>
      <p:sp>
        <p:nvSpPr>
          <p:cNvPr id="841" name="Google Shape;841;p46"/>
          <p:cNvSpPr txBox="1">
            <a:spLocks noGrp="1"/>
          </p:cNvSpPr>
          <p:nvPr>
            <p:ph type="subTitle" idx="5"/>
          </p:nvPr>
        </p:nvSpPr>
        <p:spPr>
          <a:xfrm>
            <a:off x="570625" y="411982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42" name="Google Shape;842;p46"/>
          <p:cNvSpPr txBox="1">
            <a:spLocks noGrp="1"/>
          </p:cNvSpPr>
          <p:nvPr>
            <p:ph type="subTitle" idx="6"/>
          </p:nvPr>
        </p:nvSpPr>
        <p:spPr>
          <a:xfrm>
            <a:off x="570625" y="3947629"/>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43" name="Google Shape;843;p46"/>
          <p:cNvSpPr txBox="1">
            <a:spLocks noGrp="1"/>
          </p:cNvSpPr>
          <p:nvPr>
            <p:ph type="subTitle" idx="7"/>
          </p:nvPr>
        </p:nvSpPr>
        <p:spPr>
          <a:xfrm>
            <a:off x="570625" y="439044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44" name="Google Shape;844;p46"/>
          <p:cNvPicPr preferRelativeResize="0">
            <a:picLocks noGrp="1"/>
          </p:cNvPicPr>
          <p:nvPr>
            <p:ph type="pic" idx="8"/>
          </p:nvPr>
        </p:nvPicPr>
        <p:blipFill rotWithShape="1">
          <a:blip r:embed="rId4">
            <a:alphaModFix/>
          </a:blip>
          <a:srcRect/>
          <a:stretch/>
        </p:blipFill>
        <p:spPr>
          <a:xfrm>
            <a:off x="913525" y="3102201"/>
            <a:ext cx="685800" cy="685800"/>
          </a:xfrm>
          <a:prstGeom prst="ellipse">
            <a:avLst/>
          </a:prstGeom>
        </p:spPr>
      </p:pic>
      <p:sp>
        <p:nvSpPr>
          <p:cNvPr id="845" name="Google Shape;845;p46"/>
          <p:cNvSpPr txBox="1">
            <a:spLocks noGrp="1"/>
          </p:cNvSpPr>
          <p:nvPr>
            <p:ph type="subTitle" idx="9"/>
          </p:nvPr>
        </p:nvSpPr>
        <p:spPr>
          <a:xfrm>
            <a:off x="2227363" y="211350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46" name="Google Shape;846;p46"/>
          <p:cNvSpPr txBox="1">
            <a:spLocks noGrp="1"/>
          </p:cNvSpPr>
          <p:nvPr>
            <p:ph type="subTitle" idx="13"/>
          </p:nvPr>
        </p:nvSpPr>
        <p:spPr>
          <a:xfrm>
            <a:off x="2227363" y="1941308"/>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47" name="Google Shape;847;p46"/>
          <p:cNvSpPr txBox="1">
            <a:spLocks noGrp="1"/>
          </p:cNvSpPr>
          <p:nvPr>
            <p:ph type="subTitle" idx="14"/>
          </p:nvPr>
        </p:nvSpPr>
        <p:spPr>
          <a:xfrm>
            <a:off x="2227363" y="238412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48" name="Google Shape;848;p46"/>
          <p:cNvPicPr preferRelativeResize="0">
            <a:picLocks noGrp="1"/>
          </p:cNvPicPr>
          <p:nvPr>
            <p:ph type="pic" idx="15"/>
          </p:nvPr>
        </p:nvPicPr>
        <p:blipFill rotWithShape="1">
          <a:blip r:embed="rId5">
            <a:alphaModFix/>
          </a:blip>
          <a:srcRect/>
          <a:stretch/>
        </p:blipFill>
        <p:spPr>
          <a:xfrm>
            <a:off x="2570263" y="1095880"/>
            <a:ext cx="685800" cy="685800"/>
          </a:xfrm>
          <a:prstGeom prst="ellipse">
            <a:avLst/>
          </a:prstGeom>
        </p:spPr>
      </p:pic>
      <p:sp>
        <p:nvSpPr>
          <p:cNvPr id="849" name="Google Shape;849;p46"/>
          <p:cNvSpPr txBox="1">
            <a:spLocks noGrp="1"/>
          </p:cNvSpPr>
          <p:nvPr>
            <p:ph type="subTitle" idx="16"/>
          </p:nvPr>
        </p:nvSpPr>
        <p:spPr>
          <a:xfrm>
            <a:off x="2227363" y="411982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50" name="Google Shape;850;p46"/>
          <p:cNvSpPr txBox="1">
            <a:spLocks noGrp="1"/>
          </p:cNvSpPr>
          <p:nvPr>
            <p:ph type="subTitle" idx="17"/>
          </p:nvPr>
        </p:nvSpPr>
        <p:spPr>
          <a:xfrm>
            <a:off x="2227363" y="3947629"/>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51" name="Google Shape;851;p46"/>
          <p:cNvSpPr txBox="1">
            <a:spLocks noGrp="1"/>
          </p:cNvSpPr>
          <p:nvPr>
            <p:ph type="subTitle" idx="18"/>
          </p:nvPr>
        </p:nvSpPr>
        <p:spPr>
          <a:xfrm>
            <a:off x="2227363" y="439044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52" name="Google Shape;852;p46"/>
          <p:cNvPicPr preferRelativeResize="0">
            <a:picLocks noGrp="1"/>
          </p:cNvPicPr>
          <p:nvPr>
            <p:ph type="pic" idx="19"/>
          </p:nvPr>
        </p:nvPicPr>
        <p:blipFill rotWithShape="1">
          <a:blip r:embed="rId6">
            <a:alphaModFix/>
          </a:blip>
          <a:srcRect/>
          <a:stretch/>
        </p:blipFill>
        <p:spPr>
          <a:xfrm>
            <a:off x="2570263" y="3102201"/>
            <a:ext cx="685800" cy="685800"/>
          </a:xfrm>
          <a:prstGeom prst="ellipse">
            <a:avLst/>
          </a:prstGeom>
        </p:spPr>
      </p:pic>
      <p:sp>
        <p:nvSpPr>
          <p:cNvPr id="853" name="Google Shape;853;p46"/>
          <p:cNvSpPr txBox="1">
            <a:spLocks noGrp="1"/>
          </p:cNvSpPr>
          <p:nvPr>
            <p:ph type="subTitle" idx="20"/>
          </p:nvPr>
        </p:nvSpPr>
        <p:spPr>
          <a:xfrm>
            <a:off x="3884100" y="211350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54" name="Google Shape;854;p46"/>
          <p:cNvSpPr txBox="1">
            <a:spLocks noGrp="1"/>
          </p:cNvSpPr>
          <p:nvPr>
            <p:ph type="subTitle" idx="21"/>
          </p:nvPr>
        </p:nvSpPr>
        <p:spPr>
          <a:xfrm>
            <a:off x="3884100" y="1941308"/>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55" name="Google Shape;855;p46"/>
          <p:cNvSpPr txBox="1">
            <a:spLocks noGrp="1"/>
          </p:cNvSpPr>
          <p:nvPr>
            <p:ph type="subTitle" idx="22"/>
          </p:nvPr>
        </p:nvSpPr>
        <p:spPr>
          <a:xfrm>
            <a:off x="3884100" y="238412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56" name="Google Shape;856;p46"/>
          <p:cNvPicPr preferRelativeResize="0">
            <a:picLocks noGrp="1"/>
          </p:cNvPicPr>
          <p:nvPr>
            <p:ph type="pic" idx="23"/>
          </p:nvPr>
        </p:nvPicPr>
        <p:blipFill rotWithShape="1">
          <a:blip r:embed="rId7">
            <a:alphaModFix/>
          </a:blip>
          <a:srcRect/>
          <a:stretch/>
        </p:blipFill>
        <p:spPr>
          <a:xfrm>
            <a:off x="4227000" y="1095880"/>
            <a:ext cx="685800" cy="685800"/>
          </a:xfrm>
          <a:prstGeom prst="ellipse">
            <a:avLst/>
          </a:prstGeom>
        </p:spPr>
      </p:pic>
      <p:sp>
        <p:nvSpPr>
          <p:cNvPr id="857" name="Google Shape;857;p46"/>
          <p:cNvSpPr txBox="1">
            <a:spLocks noGrp="1"/>
          </p:cNvSpPr>
          <p:nvPr>
            <p:ph type="subTitle" idx="24"/>
          </p:nvPr>
        </p:nvSpPr>
        <p:spPr>
          <a:xfrm>
            <a:off x="3884100" y="411982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58" name="Google Shape;858;p46"/>
          <p:cNvSpPr txBox="1">
            <a:spLocks noGrp="1"/>
          </p:cNvSpPr>
          <p:nvPr>
            <p:ph type="subTitle" idx="25"/>
          </p:nvPr>
        </p:nvSpPr>
        <p:spPr>
          <a:xfrm>
            <a:off x="3884100" y="3947629"/>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59" name="Google Shape;859;p46"/>
          <p:cNvSpPr txBox="1">
            <a:spLocks noGrp="1"/>
          </p:cNvSpPr>
          <p:nvPr>
            <p:ph type="subTitle" idx="26"/>
          </p:nvPr>
        </p:nvSpPr>
        <p:spPr>
          <a:xfrm>
            <a:off x="3884100" y="439044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60" name="Google Shape;860;p46"/>
          <p:cNvPicPr preferRelativeResize="0">
            <a:picLocks noGrp="1"/>
          </p:cNvPicPr>
          <p:nvPr>
            <p:ph type="pic" idx="27"/>
          </p:nvPr>
        </p:nvPicPr>
        <p:blipFill rotWithShape="1">
          <a:blip r:embed="rId8">
            <a:alphaModFix/>
          </a:blip>
          <a:srcRect/>
          <a:stretch/>
        </p:blipFill>
        <p:spPr>
          <a:xfrm>
            <a:off x="4227000" y="3102201"/>
            <a:ext cx="685800" cy="685800"/>
          </a:xfrm>
          <a:prstGeom prst="ellipse">
            <a:avLst/>
          </a:prstGeom>
        </p:spPr>
      </p:pic>
      <p:sp>
        <p:nvSpPr>
          <p:cNvPr id="861" name="Google Shape;861;p46"/>
          <p:cNvSpPr txBox="1">
            <a:spLocks noGrp="1"/>
          </p:cNvSpPr>
          <p:nvPr>
            <p:ph type="subTitle" idx="28"/>
          </p:nvPr>
        </p:nvSpPr>
        <p:spPr>
          <a:xfrm>
            <a:off x="5540838" y="211350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62" name="Google Shape;862;p46"/>
          <p:cNvSpPr txBox="1">
            <a:spLocks noGrp="1"/>
          </p:cNvSpPr>
          <p:nvPr>
            <p:ph type="subTitle" idx="29"/>
          </p:nvPr>
        </p:nvSpPr>
        <p:spPr>
          <a:xfrm>
            <a:off x="5540838" y="1941308"/>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63" name="Google Shape;863;p46"/>
          <p:cNvSpPr txBox="1">
            <a:spLocks noGrp="1"/>
          </p:cNvSpPr>
          <p:nvPr>
            <p:ph type="subTitle" idx="30"/>
          </p:nvPr>
        </p:nvSpPr>
        <p:spPr>
          <a:xfrm>
            <a:off x="5540838" y="238412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64" name="Google Shape;864;p46"/>
          <p:cNvPicPr preferRelativeResize="0">
            <a:picLocks noGrp="1"/>
          </p:cNvPicPr>
          <p:nvPr>
            <p:ph type="pic" idx="31"/>
          </p:nvPr>
        </p:nvPicPr>
        <p:blipFill rotWithShape="1">
          <a:blip r:embed="rId9">
            <a:alphaModFix/>
          </a:blip>
          <a:srcRect/>
          <a:stretch/>
        </p:blipFill>
        <p:spPr>
          <a:xfrm>
            <a:off x="5883738" y="1095880"/>
            <a:ext cx="685800" cy="685800"/>
          </a:xfrm>
          <a:prstGeom prst="ellipse">
            <a:avLst/>
          </a:prstGeom>
        </p:spPr>
      </p:pic>
      <p:sp>
        <p:nvSpPr>
          <p:cNvPr id="865" name="Google Shape;865;p46"/>
          <p:cNvSpPr txBox="1">
            <a:spLocks noGrp="1"/>
          </p:cNvSpPr>
          <p:nvPr>
            <p:ph type="subTitle" idx="32"/>
          </p:nvPr>
        </p:nvSpPr>
        <p:spPr>
          <a:xfrm>
            <a:off x="5540838" y="411982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66" name="Google Shape;866;p46"/>
          <p:cNvSpPr txBox="1">
            <a:spLocks noGrp="1"/>
          </p:cNvSpPr>
          <p:nvPr>
            <p:ph type="subTitle" idx="33"/>
          </p:nvPr>
        </p:nvSpPr>
        <p:spPr>
          <a:xfrm>
            <a:off x="5540838" y="3947629"/>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67" name="Google Shape;867;p46"/>
          <p:cNvSpPr txBox="1">
            <a:spLocks noGrp="1"/>
          </p:cNvSpPr>
          <p:nvPr>
            <p:ph type="subTitle" idx="34"/>
          </p:nvPr>
        </p:nvSpPr>
        <p:spPr>
          <a:xfrm>
            <a:off x="5540838" y="439044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68" name="Google Shape;868;p46"/>
          <p:cNvPicPr preferRelativeResize="0">
            <a:picLocks noGrp="1"/>
          </p:cNvPicPr>
          <p:nvPr>
            <p:ph type="pic" idx="35"/>
          </p:nvPr>
        </p:nvPicPr>
        <p:blipFill rotWithShape="1">
          <a:blip r:embed="rId10">
            <a:alphaModFix/>
          </a:blip>
          <a:srcRect/>
          <a:stretch/>
        </p:blipFill>
        <p:spPr>
          <a:xfrm>
            <a:off x="5883738" y="3102201"/>
            <a:ext cx="685800" cy="685800"/>
          </a:xfrm>
          <a:prstGeom prst="ellipse">
            <a:avLst/>
          </a:prstGeom>
        </p:spPr>
      </p:pic>
      <p:sp>
        <p:nvSpPr>
          <p:cNvPr id="869" name="Google Shape;869;p46"/>
          <p:cNvSpPr txBox="1">
            <a:spLocks noGrp="1"/>
          </p:cNvSpPr>
          <p:nvPr>
            <p:ph type="subTitle" idx="36"/>
          </p:nvPr>
        </p:nvSpPr>
        <p:spPr>
          <a:xfrm>
            <a:off x="7197575" y="211350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70" name="Google Shape;870;p46"/>
          <p:cNvSpPr txBox="1">
            <a:spLocks noGrp="1"/>
          </p:cNvSpPr>
          <p:nvPr>
            <p:ph type="subTitle" idx="37"/>
          </p:nvPr>
        </p:nvSpPr>
        <p:spPr>
          <a:xfrm>
            <a:off x="7197575" y="1941308"/>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71" name="Google Shape;871;p46"/>
          <p:cNvSpPr txBox="1">
            <a:spLocks noGrp="1"/>
          </p:cNvSpPr>
          <p:nvPr>
            <p:ph type="subTitle" idx="38"/>
          </p:nvPr>
        </p:nvSpPr>
        <p:spPr>
          <a:xfrm>
            <a:off x="7197575" y="238412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72" name="Google Shape;872;p46"/>
          <p:cNvPicPr preferRelativeResize="0">
            <a:picLocks noGrp="1"/>
          </p:cNvPicPr>
          <p:nvPr>
            <p:ph type="pic" idx="39"/>
          </p:nvPr>
        </p:nvPicPr>
        <p:blipFill rotWithShape="1">
          <a:blip r:embed="rId11">
            <a:alphaModFix/>
          </a:blip>
          <a:srcRect/>
          <a:stretch/>
        </p:blipFill>
        <p:spPr>
          <a:xfrm>
            <a:off x="7540475" y="1095880"/>
            <a:ext cx="685800" cy="685800"/>
          </a:xfrm>
          <a:prstGeom prst="ellipse">
            <a:avLst/>
          </a:prstGeom>
        </p:spPr>
      </p:pic>
      <p:sp>
        <p:nvSpPr>
          <p:cNvPr id="873" name="Google Shape;873;p46"/>
          <p:cNvSpPr txBox="1">
            <a:spLocks noGrp="1"/>
          </p:cNvSpPr>
          <p:nvPr>
            <p:ph type="subTitle" idx="40"/>
          </p:nvPr>
        </p:nvSpPr>
        <p:spPr>
          <a:xfrm>
            <a:off x="7197575" y="4119822"/>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874" name="Google Shape;874;p46"/>
          <p:cNvSpPr txBox="1">
            <a:spLocks noGrp="1"/>
          </p:cNvSpPr>
          <p:nvPr>
            <p:ph type="subTitle" idx="41"/>
          </p:nvPr>
        </p:nvSpPr>
        <p:spPr>
          <a:xfrm>
            <a:off x="7197575" y="3947629"/>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875" name="Google Shape;875;p46"/>
          <p:cNvSpPr txBox="1">
            <a:spLocks noGrp="1"/>
          </p:cNvSpPr>
          <p:nvPr>
            <p:ph type="subTitle" idx="42"/>
          </p:nvPr>
        </p:nvSpPr>
        <p:spPr>
          <a:xfrm>
            <a:off x="7197575" y="4390443"/>
            <a:ext cx="1371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Profile Summary</a:t>
            </a:r>
            <a:endParaRPr/>
          </a:p>
        </p:txBody>
      </p:sp>
      <p:pic>
        <p:nvPicPr>
          <p:cNvPr id="876" name="Google Shape;876;p46"/>
          <p:cNvPicPr preferRelativeResize="0">
            <a:picLocks noGrp="1"/>
          </p:cNvPicPr>
          <p:nvPr>
            <p:ph type="pic" idx="43"/>
          </p:nvPr>
        </p:nvPicPr>
        <p:blipFill rotWithShape="1">
          <a:blip r:embed="rId12">
            <a:alphaModFix/>
          </a:blip>
          <a:srcRect/>
          <a:stretch/>
        </p:blipFill>
        <p:spPr>
          <a:xfrm>
            <a:off x="7540475" y="3102201"/>
            <a:ext cx="685800" cy="685800"/>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47"/>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Team Intro Layout with 25 Headshots</a:t>
            </a:r>
            <a:endParaRPr/>
          </a:p>
        </p:txBody>
      </p:sp>
      <p:sp>
        <p:nvSpPr>
          <p:cNvPr id="882" name="Google Shape;882;p47"/>
          <p:cNvSpPr txBox="1">
            <a:spLocks noGrp="1"/>
          </p:cNvSpPr>
          <p:nvPr>
            <p:ph type="subTitle" idx="1"/>
          </p:nvPr>
        </p:nvSpPr>
        <p:spPr>
          <a:xfrm>
            <a:off x="1042900" y="11674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Title</a:t>
            </a:r>
            <a:endParaRPr/>
          </a:p>
        </p:txBody>
      </p:sp>
      <p:sp>
        <p:nvSpPr>
          <p:cNvPr id="883" name="Google Shape;883;p47"/>
          <p:cNvSpPr txBox="1">
            <a:spLocks noGrp="1"/>
          </p:cNvSpPr>
          <p:nvPr>
            <p:ph type="subTitle" idx="2"/>
          </p:nvPr>
        </p:nvSpPr>
        <p:spPr>
          <a:xfrm>
            <a:off x="1042900" y="10200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884" name="Google Shape;884;p47"/>
          <p:cNvSpPr txBox="1">
            <a:spLocks noGrp="1"/>
          </p:cNvSpPr>
          <p:nvPr>
            <p:ph type="subTitle" idx="3"/>
          </p:nvPr>
        </p:nvSpPr>
        <p:spPr>
          <a:xfrm>
            <a:off x="2716521" y="11674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885" name="Google Shape;885;p47"/>
          <p:cNvSpPr txBox="1">
            <a:spLocks noGrp="1"/>
          </p:cNvSpPr>
          <p:nvPr>
            <p:ph type="subTitle" idx="4"/>
          </p:nvPr>
        </p:nvSpPr>
        <p:spPr>
          <a:xfrm>
            <a:off x="2716521" y="10200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886" name="Google Shape;886;p47"/>
          <p:cNvSpPr txBox="1">
            <a:spLocks noGrp="1"/>
          </p:cNvSpPr>
          <p:nvPr>
            <p:ph type="subTitle" idx="5"/>
          </p:nvPr>
        </p:nvSpPr>
        <p:spPr>
          <a:xfrm>
            <a:off x="4390143" y="11674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887" name="Google Shape;887;p47"/>
          <p:cNvSpPr txBox="1">
            <a:spLocks noGrp="1"/>
          </p:cNvSpPr>
          <p:nvPr>
            <p:ph type="subTitle" idx="6"/>
          </p:nvPr>
        </p:nvSpPr>
        <p:spPr>
          <a:xfrm>
            <a:off x="4390143" y="10200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888" name="Google Shape;888;p47"/>
          <p:cNvSpPr txBox="1">
            <a:spLocks noGrp="1"/>
          </p:cNvSpPr>
          <p:nvPr>
            <p:ph type="subTitle" idx="7"/>
          </p:nvPr>
        </p:nvSpPr>
        <p:spPr>
          <a:xfrm>
            <a:off x="6063764" y="11674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889" name="Google Shape;889;p47"/>
          <p:cNvSpPr txBox="1">
            <a:spLocks noGrp="1"/>
          </p:cNvSpPr>
          <p:nvPr>
            <p:ph type="subTitle" idx="8"/>
          </p:nvPr>
        </p:nvSpPr>
        <p:spPr>
          <a:xfrm>
            <a:off x="6063764" y="10200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890" name="Google Shape;890;p47"/>
          <p:cNvSpPr txBox="1">
            <a:spLocks noGrp="1"/>
          </p:cNvSpPr>
          <p:nvPr>
            <p:ph type="subTitle" idx="9"/>
          </p:nvPr>
        </p:nvSpPr>
        <p:spPr>
          <a:xfrm>
            <a:off x="7737386" y="11674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891" name="Google Shape;891;p47"/>
          <p:cNvSpPr txBox="1">
            <a:spLocks noGrp="1"/>
          </p:cNvSpPr>
          <p:nvPr>
            <p:ph type="subTitle" idx="13"/>
          </p:nvPr>
        </p:nvSpPr>
        <p:spPr>
          <a:xfrm>
            <a:off x="7737386" y="10200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pic>
        <p:nvPicPr>
          <p:cNvPr id="892" name="Google Shape;892;p47"/>
          <p:cNvPicPr preferRelativeResize="0">
            <a:picLocks noGrp="1"/>
          </p:cNvPicPr>
          <p:nvPr>
            <p:ph type="pic" idx="14"/>
          </p:nvPr>
        </p:nvPicPr>
        <p:blipFill rotWithShape="1">
          <a:blip r:embed="rId3">
            <a:alphaModFix/>
          </a:blip>
          <a:srcRect/>
          <a:stretch/>
        </p:blipFill>
        <p:spPr>
          <a:xfrm>
            <a:off x="461063" y="960971"/>
            <a:ext cx="457200" cy="457200"/>
          </a:xfrm>
          <a:prstGeom prst="ellipse">
            <a:avLst/>
          </a:prstGeom>
        </p:spPr>
      </p:pic>
      <p:pic>
        <p:nvPicPr>
          <p:cNvPr id="893" name="Google Shape;893;p47"/>
          <p:cNvPicPr preferRelativeResize="0">
            <a:picLocks noGrp="1"/>
          </p:cNvPicPr>
          <p:nvPr>
            <p:ph type="pic" idx="15"/>
          </p:nvPr>
        </p:nvPicPr>
        <p:blipFill rotWithShape="1">
          <a:blip r:embed="rId4">
            <a:alphaModFix/>
          </a:blip>
          <a:srcRect/>
          <a:stretch/>
        </p:blipFill>
        <p:spPr>
          <a:xfrm>
            <a:off x="2134684" y="960971"/>
            <a:ext cx="457200" cy="457200"/>
          </a:xfrm>
          <a:prstGeom prst="ellipse">
            <a:avLst/>
          </a:prstGeom>
        </p:spPr>
      </p:pic>
      <p:pic>
        <p:nvPicPr>
          <p:cNvPr id="894" name="Google Shape;894;p47"/>
          <p:cNvPicPr preferRelativeResize="0">
            <a:picLocks noGrp="1"/>
          </p:cNvPicPr>
          <p:nvPr>
            <p:ph type="pic" idx="16"/>
          </p:nvPr>
        </p:nvPicPr>
        <p:blipFill rotWithShape="1">
          <a:blip r:embed="rId5">
            <a:alphaModFix/>
          </a:blip>
          <a:srcRect/>
          <a:stretch/>
        </p:blipFill>
        <p:spPr>
          <a:xfrm>
            <a:off x="3808306" y="960971"/>
            <a:ext cx="457200" cy="457200"/>
          </a:xfrm>
          <a:prstGeom prst="ellipse">
            <a:avLst/>
          </a:prstGeom>
        </p:spPr>
      </p:pic>
      <p:pic>
        <p:nvPicPr>
          <p:cNvPr id="895" name="Google Shape;895;p47"/>
          <p:cNvPicPr preferRelativeResize="0">
            <a:picLocks noGrp="1"/>
          </p:cNvPicPr>
          <p:nvPr>
            <p:ph type="pic" idx="17"/>
          </p:nvPr>
        </p:nvPicPr>
        <p:blipFill rotWithShape="1">
          <a:blip r:embed="rId6">
            <a:alphaModFix/>
          </a:blip>
          <a:srcRect/>
          <a:stretch/>
        </p:blipFill>
        <p:spPr>
          <a:xfrm>
            <a:off x="5481927" y="960971"/>
            <a:ext cx="457200" cy="457200"/>
          </a:xfrm>
          <a:prstGeom prst="ellipse">
            <a:avLst/>
          </a:prstGeom>
        </p:spPr>
      </p:pic>
      <p:pic>
        <p:nvPicPr>
          <p:cNvPr id="896" name="Google Shape;896;p47"/>
          <p:cNvPicPr preferRelativeResize="0">
            <a:picLocks noGrp="1"/>
          </p:cNvPicPr>
          <p:nvPr>
            <p:ph type="pic" idx="18"/>
          </p:nvPr>
        </p:nvPicPr>
        <p:blipFill rotWithShape="1">
          <a:blip r:embed="rId7">
            <a:alphaModFix/>
          </a:blip>
          <a:srcRect/>
          <a:stretch/>
        </p:blipFill>
        <p:spPr>
          <a:xfrm>
            <a:off x="7155549" y="960971"/>
            <a:ext cx="457200" cy="457200"/>
          </a:xfrm>
          <a:prstGeom prst="ellipse">
            <a:avLst/>
          </a:prstGeom>
        </p:spPr>
      </p:pic>
      <p:sp>
        <p:nvSpPr>
          <p:cNvPr id="897" name="Google Shape;897;p47"/>
          <p:cNvSpPr txBox="1">
            <a:spLocks noGrp="1"/>
          </p:cNvSpPr>
          <p:nvPr>
            <p:ph type="subTitle" idx="19"/>
          </p:nvPr>
        </p:nvSpPr>
        <p:spPr>
          <a:xfrm>
            <a:off x="1042900" y="19812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898" name="Google Shape;898;p47"/>
          <p:cNvSpPr txBox="1">
            <a:spLocks noGrp="1"/>
          </p:cNvSpPr>
          <p:nvPr>
            <p:ph type="subTitle" idx="20"/>
          </p:nvPr>
        </p:nvSpPr>
        <p:spPr>
          <a:xfrm>
            <a:off x="1042900" y="18339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899" name="Google Shape;899;p47"/>
          <p:cNvSpPr txBox="1">
            <a:spLocks noGrp="1"/>
          </p:cNvSpPr>
          <p:nvPr>
            <p:ph type="subTitle" idx="21"/>
          </p:nvPr>
        </p:nvSpPr>
        <p:spPr>
          <a:xfrm>
            <a:off x="2716521" y="19812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00" name="Google Shape;900;p47"/>
          <p:cNvSpPr txBox="1">
            <a:spLocks noGrp="1"/>
          </p:cNvSpPr>
          <p:nvPr>
            <p:ph type="subTitle" idx="22"/>
          </p:nvPr>
        </p:nvSpPr>
        <p:spPr>
          <a:xfrm>
            <a:off x="2716521" y="18339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01" name="Google Shape;901;p47"/>
          <p:cNvSpPr txBox="1">
            <a:spLocks noGrp="1"/>
          </p:cNvSpPr>
          <p:nvPr>
            <p:ph type="subTitle" idx="23"/>
          </p:nvPr>
        </p:nvSpPr>
        <p:spPr>
          <a:xfrm>
            <a:off x="4390143" y="19812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02" name="Google Shape;902;p47"/>
          <p:cNvSpPr txBox="1">
            <a:spLocks noGrp="1"/>
          </p:cNvSpPr>
          <p:nvPr>
            <p:ph type="subTitle" idx="24"/>
          </p:nvPr>
        </p:nvSpPr>
        <p:spPr>
          <a:xfrm>
            <a:off x="4390143" y="18339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03" name="Google Shape;903;p47"/>
          <p:cNvSpPr txBox="1">
            <a:spLocks noGrp="1"/>
          </p:cNvSpPr>
          <p:nvPr>
            <p:ph type="subTitle" idx="25"/>
          </p:nvPr>
        </p:nvSpPr>
        <p:spPr>
          <a:xfrm>
            <a:off x="6063764" y="19812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04" name="Google Shape;904;p47"/>
          <p:cNvSpPr txBox="1">
            <a:spLocks noGrp="1"/>
          </p:cNvSpPr>
          <p:nvPr>
            <p:ph type="subTitle" idx="26"/>
          </p:nvPr>
        </p:nvSpPr>
        <p:spPr>
          <a:xfrm>
            <a:off x="6063764" y="18339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05" name="Google Shape;905;p47"/>
          <p:cNvSpPr txBox="1">
            <a:spLocks noGrp="1"/>
          </p:cNvSpPr>
          <p:nvPr>
            <p:ph type="subTitle" idx="27"/>
          </p:nvPr>
        </p:nvSpPr>
        <p:spPr>
          <a:xfrm>
            <a:off x="7737386" y="19812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06" name="Google Shape;906;p47"/>
          <p:cNvSpPr txBox="1">
            <a:spLocks noGrp="1"/>
          </p:cNvSpPr>
          <p:nvPr>
            <p:ph type="subTitle" idx="28"/>
          </p:nvPr>
        </p:nvSpPr>
        <p:spPr>
          <a:xfrm>
            <a:off x="7737386" y="18339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pic>
        <p:nvPicPr>
          <p:cNvPr id="907" name="Google Shape;907;p47"/>
          <p:cNvPicPr preferRelativeResize="0">
            <a:picLocks noGrp="1"/>
          </p:cNvPicPr>
          <p:nvPr>
            <p:ph type="pic" idx="29"/>
          </p:nvPr>
        </p:nvPicPr>
        <p:blipFill rotWithShape="1">
          <a:blip r:embed="rId8">
            <a:alphaModFix/>
          </a:blip>
          <a:srcRect/>
          <a:stretch/>
        </p:blipFill>
        <p:spPr>
          <a:xfrm>
            <a:off x="461063" y="1774821"/>
            <a:ext cx="457200" cy="457200"/>
          </a:xfrm>
          <a:prstGeom prst="ellipse">
            <a:avLst/>
          </a:prstGeom>
        </p:spPr>
      </p:pic>
      <p:pic>
        <p:nvPicPr>
          <p:cNvPr id="908" name="Google Shape;908;p47"/>
          <p:cNvPicPr preferRelativeResize="0">
            <a:picLocks noGrp="1"/>
          </p:cNvPicPr>
          <p:nvPr>
            <p:ph type="pic" idx="30"/>
          </p:nvPr>
        </p:nvPicPr>
        <p:blipFill rotWithShape="1">
          <a:blip r:embed="rId9">
            <a:alphaModFix/>
          </a:blip>
          <a:srcRect/>
          <a:stretch/>
        </p:blipFill>
        <p:spPr>
          <a:xfrm>
            <a:off x="2134684" y="1774821"/>
            <a:ext cx="457200" cy="457200"/>
          </a:xfrm>
          <a:prstGeom prst="ellipse">
            <a:avLst/>
          </a:prstGeom>
        </p:spPr>
      </p:pic>
      <p:pic>
        <p:nvPicPr>
          <p:cNvPr id="909" name="Google Shape;909;p47"/>
          <p:cNvPicPr preferRelativeResize="0">
            <a:picLocks noGrp="1"/>
          </p:cNvPicPr>
          <p:nvPr>
            <p:ph type="pic" idx="31"/>
          </p:nvPr>
        </p:nvPicPr>
        <p:blipFill rotWithShape="1">
          <a:blip r:embed="rId10">
            <a:alphaModFix/>
          </a:blip>
          <a:srcRect/>
          <a:stretch/>
        </p:blipFill>
        <p:spPr>
          <a:xfrm>
            <a:off x="3808306" y="1774821"/>
            <a:ext cx="457200" cy="457200"/>
          </a:xfrm>
          <a:prstGeom prst="ellipse">
            <a:avLst/>
          </a:prstGeom>
        </p:spPr>
      </p:pic>
      <p:pic>
        <p:nvPicPr>
          <p:cNvPr id="910" name="Google Shape;910;p47"/>
          <p:cNvPicPr preferRelativeResize="0">
            <a:picLocks noGrp="1"/>
          </p:cNvPicPr>
          <p:nvPr>
            <p:ph type="pic" idx="32"/>
          </p:nvPr>
        </p:nvPicPr>
        <p:blipFill rotWithShape="1">
          <a:blip r:embed="rId11">
            <a:alphaModFix/>
          </a:blip>
          <a:srcRect/>
          <a:stretch/>
        </p:blipFill>
        <p:spPr>
          <a:xfrm>
            <a:off x="5481927" y="1774821"/>
            <a:ext cx="457200" cy="457200"/>
          </a:xfrm>
          <a:prstGeom prst="ellipse">
            <a:avLst/>
          </a:prstGeom>
        </p:spPr>
      </p:pic>
      <p:pic>
        <p:nvPicPr>
          <p:cNvPr id="911" name="Google Shape;911;p47"/>
          <p:cNvPicPr preferRelativeResize="0">
            <a:picLocks noGrp="1"/>
          </p:cNvPicPr>
          <p:nvPr>
            <p:ph type="pic" idx="33"/>
          </p:nvPr>
        </p:nvPicPr>
        <p:blipFill rotWithShape="1">
          <a:blip r:embed="rId12">
            <a:alphaModFix/>
          </a:blip>
          <a:srcRect/>
          <a:stretch/>
        </p:blipFill>
        <p:spPr>
          <a:xfrm>
            <a:off x="7155549" y="1774821"/>
            <a:ext cx="457200" cy="457200"/>
          </a:xfrm>
          <a:prstGeom prst="ellipse">
            <a:avLst/>
          </a:prstGeom>
        </p:spPr>
      </p:pic>
      <p:sp>
        <p:nvSpPr>
          <p:cNvPr id="912" name="Google Shape;912;p47"/>
          <p:cNvSpPr txBox="1">
            <a:spLocks noGrp="1"/>
          </p:cNvSpPr>
          <p:nvPr>
            <p:ph type="subTitle" idx="34"/>
          </p:nvPr>
        </p:nvSpPr>
        <p:spPr>
          <a:xfrm>
            <a:off x="1042900" y="27951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13" name="Google Shape;913;p47"/>
          <p:cNvSpPr txBox="1">
            <a:spLocks noGrp="1"/>
          </p:cNvSpPr>
          <p:nvPr>
            <p:ph type="subTitle" idx="35"/>
          </p:nvPr>
        </p:nvSpPr>
        <p:spPr>
          <a:xfrm>
            <a:off x="1042900" y="26477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14" name="Google Shape;914;p47"/>
          <p:cNvSpPr txBox="1">
            <a:spLocks noGrp="1"/>
          </p:cNvSpPr>
          <p:nvPr>
            <p:ph type="subTitle" idx="36"/>
          </p:nvPr>
        </p:nvSpPr>
        <p:spPr>
          <a:xfrm>
            <a:off x="2716521" y="27951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15" name="Google Shape;915;p47"/>
          <p:cNvSpPr txBox="1">
            <a:spLocks noGrp="1"/>
          </p:cNvSpPr>
          <p:nvPr>
            <p:ph type="subTitle" idx="37"/>
          </p:nvPr>
        </p:nvSpPr>
        <p:spPr>
          <a:xfrm>
            <a:off x="2716521" y="26477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16" name="Google Shape;916;p47"/>
          <p:cNvSpPr txBox="1">
            <a:spLocks noGrp="1"/>
          </p:cNvSpPr>
          <p:nvPr>
            <p:ph type="subTitle" idx="38"/>
          </p:nvPr>
        </p:nvSpPr>
        <p:spPr>
          <a:xfrm>
            <a:off x="4390143" y="27951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17" name="Google Shape;917;p47"/>
          <p:cNvSpPr txBox="1">
            <a:spLocks noGrp="1"/>
          </p:cNvSpPr>
          <p:nvPr>
            <p:ph type="subTitle" idx="39"/>
          </p:nvPr>
        </p:nvSpPr>
        <p:spPr>
          <a:xfrm>
            <a:off x="4390143" y="26477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18" name="Google Shape;918;p47"/>
          <p:cNvSpPr txBox="1">
            <a:spLocks noGrp="1"/>
          </p:cNvSpPr>
          <p:nvPr>
            <p:ph type="subTitle" idx="40"/>
          </p:nvPr>
        </p:nvSpPr>
        <p:spPr>
          <a:xfrm>
            <a:off x="6063764" y="27951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19" name="Google Shape;919;p47"/>
          <p:cNvSpPr txBox="1">
            <a:spLocks noGrp="1"/>
          </p:cNvSpPr>
          <p:nvPr>
            <p:ph type="subTitle" idx="41"/>
          </p:nvPr>
        </p:nvSpPr>
        <p:spPr>
          <a:xfrm>
            <a:off x="6063764" y="26477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20" name="Google Shape;920;p47"/>
          <p:cNvSpPr txBox="1">
            <a:spLocks noGrp="1"/>
          </p:cNvSpPr>
          <p:nvPr>
            <p:ph type="subTitle" idx="42"/>
          </p:nvPr>
        </p:nvSpPr>
        <p:spPr>
          <a:xfrm>
            <a:off x="7737386" y="27951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21" name="Google Shape;921;p47"/>
          <p:cNvSpPr txBox="1">
            <a:spLocks noGrp="1"/>
          </p:cNvSpPr>
          <p:nvPr>
            <p:ph type="subTitle" idx="43"/>
          </p:nvPr>
        </p:nvSpPr>
        <p:spPr>
          <a:xfrm>
            <a:off x="7737386" y="26477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pic>
        <p:nvPicPr>
          <p:cNvPr id="922" name="Google Shape;922;p47"/>
          <p:cNvPicPr preferRelativeResize="0">
            <a:picLocks noGrp="1"/>
          </p:cNvPicPr>
          <p:nvPr>
            <p:ph type="pic" idx="44"/>
          </p:nvPr>
        </p:nvPicPr>
        <p:blipFill rotWithShape="1">
          <a:blip r:embed="rId13">
            <a:alphaModFix/>
          </a:blip>
          <a:srcRect/>
          <a:stretch/>
        </p:blipFill>
        <p:spPr>
          <a:xfrm>
            <a:off x="461063" y="2588671"/>
            <a:ext cx="457200" cy="457200"/>
          </a:xfrm>
          <a:prstGeom prst="ellipse">
            <a:avLst/>
          </a:prstGeom>
        </p:spPr>
      </p:pic>
      <p:pic>
        <p:nvPicPr>
          <p:cNvPr id="923" name="Google Shape;923;p47"/>
          <p:cNvPicPr preferRelativeResize="0">
            <a:picLocks noGrp="1"/>
          </p:cNvPicPr>
          <p:nvPr>
            <p:ph type="pic" idx="45"/>
          </p:nvPr>
        </p:nvPicPr>
        <p:blipFill rotWithShape="1">
          <a:blip r:embed="rId14">
            <a:alphaModFix/>
          </a:blip>
          <a:srcRect/>
          <a:stretch/>
        </p:blipFill>
        <p:spPr>
          <a:xfrm>
            <a:off x="2134684" y="2588671"/>
            <a:ext cx="457200" cy="457200"/>
          </a:xfrm>
          <a:prstGeom prst="ellipse">
            <a:avLst/>
          </a:prstGeom>
        </p:spPr>
      </p:pic>
      <p:pic>
        <p:nvPicPr>
          <p:cNvPr id="924" name="Google Shape;924;p47"/>
          <p:cNvPicPr preferRelativeResize="0">
            <a:picLocks noGrp="1"/>
          </p:cNvPicPr>
          <p:nvPr>
            <p:ph type="pic" idx="46"/>
          </p:nvPr>
        </p:nvPicPr>
        <p:blipFill rotWithShape="1">
          <a:blip r:embed="rId15">
            <a:alphaModFix/>
          </a:blip>
          <a:srcRect/>
          <a:stretch/>
        </p:blipFill>
        <p:spPr>
          <a:xfrm>
            <a:off x="3808306" y="2588671"/>
            <a:ext cx="457200" cy="457200"/>
          </a:xfrm>
          <a:prstGeom prst="ellipse">
            <a:avLst/>
          </a:prstGeom>
        </p:spPr>
      </p:pic>
      <p:pic>
        <p:nvPicPr>
          <p:cNvPr id="925" name="Google Shape;925;p47"/>
          <p:cNvPicPr preferRelativeResize="0">
            <a:picLocks noGrp="1"/>
          </p:cNvPicPr>
          <p:nvPr>
            <p:ph type="pic" idx="47"/>
          </p:nvPr>
        </p:nvPicPr>
        <p:blipFill rotWithShape="1">
          <a:blip r:embed="rId16">
            <a:alphaModFix/>
          </a:blip>
          <a:srcRect/>
          <a:stretch/>
        </p:blipFill>
        <p:spPr>
          <a:xfrm>
            <a:off x="5481927" y="2588671"/>
            <a:ext cx="457200" cy="457200"/>
          </a:xfrm>
          <a:prstGeom prst="ellipse">
            <a:avLst/>
          </a:prstGeom>
        </p:spPr>
      </p:pic>
      <p:pic>
        <p:nvPicPr>
          <p:cNvPr id="926" name="Google Shape;926;p47"/>
          <p:cNvPicPr preferRelativeResize="0">
            <a:picLocks noGrp="1"/>
          </p:cNvPicPr>
          <p:nvPr>
            <p:ph type="pic" idx="48"/>
          </p:nvPr>
        </p:nvPicPr>
        <p:blipFill rotWithShape="1">
          <a:blip r:embed="rId17">
            <a:alphaModFix/>
          </a:blip>
          <a:srcRect/>
          <a:stretch/>
        </p:blipFill>
        <p:spPr>
          <a:xfrm>
            <a:off x="7155549" y="2588671"/>
            <a:ext cx="457200" cy="457200"/>
          </a:xfrm>
          <a:prstGeom prst="ellipse">
            <a:avLst/>
          </a:prstGeom>
        </p:spPr>
      </p:pic>
      <p:sp>
        <p:nvSpPr>
          <p:cNvPr id="927" name="Google Shape;927;p47"/>
          <p:cNvSpPr txBox="1">
            <a:spLocks noGrp="1"/>
          </p:cNvSpPr>
          <p:nvPr>
            <p:ph type="subTitle" idx="49"/>
          </p:nvPr>
        </p:nvSpPr>
        <p:spPr>
          <a:xfrm>
            <a:off x="1042900" y="36089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28" name="Google Shape;928;p47"/>
          <p:cNvSpPr txBox="1">
            <a:spLocks noGrp="1"/>
          </p:cNvSpPr>
          <p:nvPr>
            <p:ph type="subTitle" idx="50"/>
          </p:nvPr>
        </p:nvSpPr>
        <p:spPr>
          <a:xfrm>
            <a:off x="1042900" y="34616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29" name="Google Shape;929;p47"/>
          <p:cNvSpPr txBox="1">
            <a:spLocks noGrp="1"/>
          </p:cNvSpPr>
          <p:nvPr>
            <p:ph type="subTitle" idx="51"/>
          </p:nvPr>
        </p:nvSpPr>
        <p:spPr>
          <a:xfrm>
            <a:off x="2716521" y="36089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30" name="Google Shape;930;p47"/>
          <p:cNvSpPr txBox="1">
            <a:spLocks noGrp="1"/>
          </p:cNvSpPr>
          <p:nvPr>
            <p:ph type="subTitle" idx="52"/>
          </p:nvPr>
        </p:nvSpPr>
        <p:spPr>
          <a:xfrm>
            <a:off x="2716521" y="34616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931" name="Google Shape;931;p47"/>
          <p:cNvSpPr txBox="1">
            <a:spLocks noGrp="1"/>
          </p:cNvSpPr>
          <p:nvPr>
            <p:ph type="subTitle" idx="53"/>
          </p:nvPr>
        </p:nvSpPr>
        <p:spPr>
          <a:xfrm>
            <a:off x="4390143" y="36089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32" name="Google Shape;932;p47"/>
          <p:cNvSpPr txBox="1">
            <a:spLocks noGrp="1"/>
          </p:cNvSpPr>
          <p:nvPr>
            <p:ph type="subTitle" idx="54"/>
          </p:nvPr>
        </p:nvSpPr>
        <p:spPr>
          <a:xfrm>
            <a:off x="4390143" y="34616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33" name="Google Shape;933;p47"/>
          <p:cNvSpPr txBox="1">
            <a:spLocks noGrp="1"/>
          </p:cNvSpPr>
          <p:nvPr>
            <p:ph type="subTitle" idx="55"/>
          </p:nvPr>
        </p:nvSpPr>
        <p:spPr>
          <a:xfrm>
            <a:off x="6063764" y="36089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34" name="Google Shape;934;p47"/>
          <p:cNvSpPr txBox="1">
            <a:spLocks noGrp="1"/>
          </p:cNvSpPr>
          <p:nvPr>
            <p:ph type="subTitle" idx="56"/>
          </p:nvPr>
        </p:nvSpPr>
        <p:spPr>
          <a:xfrm>
            <a:off x="6063764" y="34616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35" name="Google Shape;935;p47"/>
          <p:cNvSpPr txBox="1">
            <a:spLocks noGrp="1"/>
          </p:cNvSpPr>
          <p:nvPr>
            <p:ph type="subTitle" idx="57"/>
          </p:nvPr>
        </p:nvSpPr>
        <p:spPr>
          <a:xfrm>
            <a:off x="7737386" y="360899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36" name="Google Shape;936;p47"/>
          <p:cNvSpPr txBox="1">
            <a:spLocks noGrp="1"/>
          </p:cNvSpPr>
          <p:nvPr>
            <p:ph type="subTitle" idx="58"/>
          </p:nvPr>
        </p:nvSpPr>
        <p:spPr>
          <a:xfrm>
            <a:off x="7737386" y="346162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pic>
        <p:nvPicPr>
          <p:cNvPr id="937" name="Google Shape;937;p47"/>
          <p:cNvPicPr preferRelativeResize="0">
            <a:picLocks noGrp="1"/>
          </p:cNvPicPr>
          <p:nvPr>
            <p:ph type="pic" idx="59"/>
          </p:nvPr>
        </p:nvPicPr>
        <p:blipFill rotWithShape="1">
          <a:blip r:embed="rId18">
            <a:alphaModFix/>
          </a:blip>
          <a:srcRect/>
          <a:stretch/>
        </p:blipFill>
        <p:spPr>
          <a:xfrm>
            <a:off x="461063" y="3402521"/>
            <a:ext cx="457200" cy="457200"/>
          </a:xfrm>
          <a:prstGeom prst="ellipse">
            <a:avLst/>
          </a:prstGeom>
        </p:spPr>
      </p:pic>
      <p:pic>
        <p:nvPicPr>
          <p:cNvPr id="938" name="Google Shape;938;p47"/>
          <p:cNvPicPr preferRelativeResize="0">
            <a:picLocks noGrp="1"/>
          </p:cNvPicPr>
          <p:nvPr>
            <p:ph type="pic" idx="60"/>
          </p:nvPr>
        </p:nvPicPr>
        <p:blipFill rotWithShape="1">
          <a:blip r:embed="rId19">
            <a:alphaModFix/>
          </a:blip>
          <a:srcRect/>
          <a:stretch/>
        </p:blipFill>
        <p:spPr>
          <a:xfrm>
            <a:off x="2134684" y="3402521"/>
            <a:ext cx="457200" cy="457200"/>
          </a:xfrm>
          <a:prstGeom prst="ellipse">
            <a:avLst/>
          </a:prstGeom>
        </p:spPr>
      </p:pic>
      <p:pic>
        <p:nvPicPr>
          <p:cNvPr id="939" name="Google Shape;939;p47"/>
          <p:cNvPicPr preferRelativeResize="0">
            <a:picLocks noGrp="1"/>
          </p:cNvPicPr>
          <p:nvPr>
            <p:ph type="pic" idx="61"/>
          </p:nvPr>
        </p:nvPicPr>
        <p:blipFill rotWithShape="1">
          <a:blip r:embed="rId20">
            <a:alphaModFix/>
          </a:blip>
          <a:srcRect/>
          <a:stretch/>
        </p:blipFill>
        <p:spPr>
          <a:xfrm>
            <a:off x="3808306" y="3402521"/>
            <a:ext cx="457200" cy="457200"/>
          </a:xfrm>
          <a:prstGeom prst="ellipse">
            <a:avLst/>
          </a:prstGeom>
        </p:spPr>
      </p:pic>
      <p:pic>
        <p:nvPicPr>
          <p:cNvPr id="940" name="Google Shape;940;p47"/>
          <p:cNvPicPr preferRelativeResize="0">
            <a:picLocks noGrp="1"/>
          </p:cNvPicPr>
          <p:nvPr>
            <p:ph type="pic" idx="62"/>
          </p:nvPr>
        </p:nvPicPr>
        <p:blipFill rotWithShape="1">
          <a:blip r:embed="rId21">
            <a:alphaModFix/>
          </a:blip>
          <a:srcRect/>
          <a:stretch/>
        </p:blipFill>
        <p:spPr>
          <a:xfrm>
            <a:off x="5481927" y="3402521"/>
            <a:ext cx="457200" cy="457200"/>
          </a:xfrm>
          <a:prstGeom prst="ellipse">
            <a:avLst/>
          </a:prstGeom>
        </p:spPr>
      </p:pic>
      <p:pic>
        <p:nvPicPr>
          <p:cNvPr id="941" name="Google Shape;941;p47"/>
          <p:cNvPicPr preferRelativeResize="0">
            <a:picLocks noGrp="1"/>
          </p:cNvPicPr>
          <p:nvPr>
            <p:ph type="pic" idx="63"/>
          </p:nvPr>
        </p:nvPicPr>
        <p:blipFill rotWithShape="1">
          <a:blip r:embed="rId22">
            <a:alphaModFix/>
          </a:blip>
          <a:srcRect/>
          <a:stretch/>
        </p:blipFill>
        <p:spPr>
          <a:xfrm>
            <a:off x="7155549" y="3402521"/>
            <a:ext cx="457200" cy="457200"/>
          </a:xfrm>
          <a:prstGeom prst="ellipse">
            <a:avLst/>
          </a:prstGeom>
        </p:spPr>
      </p:pic>
      <p:sp>
        <p:nvSpPr>
          <p:cNvPr id="942" name="Google Shape;942;p47"/>
          <p:cNvSpPr txBox="1">
            <a:spLocks noGrp="1"/>
          </p:cNvSpPr>
          <p:nvPr>
            <p:ph type="subTitle" idx="64"/>
          </p:nvPr>
        </p:nvSpPr>
        <p:spPr>
          <a:xfrm>
            <a:off x="1042900" y="44228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43" name="Google Shape;943;p47"/>
          <p:cNvSpPr txBox="1">
            <a:spLocks noGrp="1"/>
          </p:cNvSpPr>
          <p:nvPr>
            <p:ph type="subTitle" idx="65"/>
          </p:nvPr>
        </p:nvSpPr>
        <p:spPr>
          <a:xfrm>
            <a:off x="1042900" y="42754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44" name="Google Shape;944;p47"/>
          <p:cNvSpPr txBox="1">
            <a:spLocks noGrp="1"/>
          </p:cNvSpPr>
          <p:nvPr>
            <p:ph type="subTitle" idx="66"/>
          </p:nvPr>
        </p:nvSpPr>
        <p:spPr>
          <a:xfrm>
            <a:off x="2716521" y="44228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45" name="Google Shape;945;p47"/>
          <p:cNvSpPr txBox="1">
            <a:spLocks noGrp="1"/>
          </p:cNvSpPr>
          <p:nvPr>
            <p:ph type="subTitle" idx="67"/>
          </p:nvPr>
        </p:nvSpPr>
        <p:spPr>
          <a:xfrm>
            <a:off x="2716521" y="42754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46" name="Google Shape;946;p47"/>
          <p:cNvSpPr txBox="1">
            <a:spLocks noGrp="1"/>
          </p:cNvSpPr>
          <p:nvPr>
            <p:ph type="subTitle" idx="68"/>
          </p:nvPr>
        </p:nvSpPr>
        <p:spPr>
          <a:xfrm>
            <a:off x="4390143" y="44228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47" name="Google Shape;947;p47"/>
          <p:cNvSpPr txBox="1">
            <a:spLocks noGrp="1"/>
          </p:cNvSpPr>
          <p:nvPr>
            <p:ph type="subTitle" idx="69"/>
          </p:nvPr>
        </p:nvSpPr>
        <p:spPr>
          <a:xfrm>
            <a:off x="4390143" y="42754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48" name="Google Shape;948;p47"/>
          <p:cNvSpPr txBox="1">
            <a:spLocks noGrp="1"/>
          </p:cNvSpPr>
          <p:nvPr>
            <p:ph type="subTitle" idx="70"/>
          </p:nvPr>
        </p:nvSpPr>
        <p:spPr>
          <a:xfrm>
            <a:off x="6063764" y="44228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49" name="Google Shape;949;p47"/>
          <p:cNvSpPr txBox="1">
            <a:spLocks noGrp="1"/>
          </p:cNvSpPr>
          <p:nvPr>
            <p:ph type="subTitle" idx="71"/>
          </p:nvPr>
        </p:nvSpPr>
        <p:spPr>
          <a:xfrm>
            <a:off x="6063764" y="42754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50" name="Google Shape;950;p47"/>
          <p:cNvSpPr txBox="1">
            <a:spLocks noGrp="1"/>
          </p:cNvSpPr>
          <p:nvPr>
            <p:ph type="subTitle" idx="72"/>
          </p:nvPr>
        </p:nvSpPr>
        <p:spPr>
          <a:xfrm>
            <a:off x="7737386" y="4422841"/>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51" name="Google Shape;951;p47"/>
          <p:cNvSpPr txBox="1">
            <a:spLocks noGrp="1"/>
          </p:cNvSpPr>
          <p:nvPr>
            <p:ph type="subTitle" idx="73"/>
          </p:nvPr>
        </p:nvSpPr>
        <p:spPr>
          <a:xfrm>
            <a:off x="7737386" y="4275477"/>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pic>
        <p:nvPicPr>
          <p:cNvPr id="952" name="Google Shape;952;p47"/>
          <p:cNvPicPr preferRelativeResize="0">
            <a:picLocks noGrp="1"/>
          </p:cNvPicPr>
          <p:nvPr>
            <p:ph type="pic" idx="74"/>
          </p:nvPr>
        </p:nvPicPr>
        <p:blipFill rotWithShape="1">
          <a:blip r:embed="rId23">
            <a:alphaModFix/>
          </a:blip>
          <a:srcRect/>
          <a:stretch/>
        </p:blipFill>
        <p:spPr>
          <a:xfrm>
            <a:off x="461063" y="4216371"/>
            <a:ext cx="457200" cy="457200"/>
          </a:xfrm>
          <a:prstGeom prst="ellipse">
            <a:avLst/>
          </a:prstGeom>
        </p:spPr>
      </p:pic>
      <p:pic>
        <p:nvPicPr>
          <p:cNvPr id="953" name="Google Shape;953;p47"/>
          <p:cNvPicPr preferRelativeResize="0">
            <a:picLocks noGrp="1"/>
          </p:cNvPicPr>
          <p:nvPr>
            <p:ph type="pic" idx="75"/>
          </p:nvPr>
        </p:nvPicPr>
        <p:blipFill rotWithShape="1">
          <a:blip r:embed="rId24">
            <a:alphaModFix/>
          </a:blip>
          <a:srcRect/>
          <a:stretch/>
        </p:blipFill>
        <p:spPr>
          <a:xfrm>
            <a:off x="2134684" y="4216371"/>
            <a:ext cx="457200" cy="457200"/>
          </a:xfrm>
          <a:prstGeom prst="ellipse">
            <a:avLst/>
          </a:prstGeom>
        </p:spPr>
      </p:pic>
      <p:pic>
        <p:nvPicPr>
          <p:cNvPr id="954" name="Google Shape;954;p47"/>
          <p:cNvPicPr preferRelativeResize="0">
            <a:picLocks noGrp="1"/>
          </p:cNvPicPr>
          <p:nvPr>
            <p:ph type="pic" idx="76"/>
          </p:nvPr>
        </p:nvPicPr>
        <p:blipFill rotWithShape="1">
          <a:blip r:embed="rId25">
            <a:alphaModFix/>
          </a:blip>
          <a:srcRect/>
          <a:stretch/>
        </p:blipFill>
        <p:spPr>
          <a:xfrm>
            <a:off x="3808306" y="4216371"/>
            <a:ext cx="457200" cy="457200"/>
          </a:xfrm>
          <a:prstGeom prst="ellipse">
            <a:avLst/>
          </a:prstGeom>
        </p:spPr>
      </p:pic>
      <p:pic>
        <p:nvPicPr>
          <p:cNvPr id="955" name="Google Shape;955;p47"/>
          <p:cNvPicPr preferRelativeResize="0">
            <a:picLocks noGrp="1"/>
          </p:cNvPicPr>
          <p:nvPr>
            <p:ph type="pic" idx="77"/>
          </p:nvPr>
        </p:nvPicPr>
        <p:blipFill rotWithShape="1">
          <a:blip r:embed="rId26">
            <a:alphaModFix/>
          </a:blip>
          <a:srcRect/>
          <a:stretch/>
        </p:blipFill>
        <p:spPr>
          <a:xfrm>
            <a:off x="5481927" y="4216371"/>
            <a:ext cx="457200" cy="457200"/>
          </a:xfrm>
          <a:prstGeom prst="ellipse">
            <a:avLst/>
          </a:prstGeom>
        </p:spPr>
      </p:pic>
      <p:pic>
        <p:nvPicPr>
          <p:cNvPr id="956" name="Google Shape;956;p47"/>
          <p:cNvPicPr preferRelativeResize="0">
            <a:picLocks noGrp="1"/>
          </p:cNvPicPr>
          <p:nvPr>
            <p:ph type="pic" idx="78"/>
          </p:nvPr>
        </p:nvPicPr>
        <p:blipFill rotWithShape="1">
          <a:blip r:embed="rId27">
            <a:alphaModFix/>
          </a:blip>
          <a:srcRect/>
          <a:stretch/>
        </p:blipFill>
        <p:spPr>
          <a:xfrm>
            <a:off x="7155549" y="4216371"/>
            <a:ext cx="457200" cy="457200"/>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48"/>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Organization Chart Layout with 10 Headshots</a:t>
            </a:r>
            <a:endParaRPr/>
          </a:p>
        </p:txBody>
      </p:sp>
      <p:sp>
        <p:nvSpPr>
          <p:cNvPr id="962" name="Google Shape;962;p48"/>
          <p:cNvSpPr txBox="1">
            <a:spLocks noGrp="1"/>
          </p:cNvSpPr>
          <p:nvPr>
            <p:ph type="subTitle" idx="1"/>
          </p:nvPr>
        </p:nvSpPr>
        <p:spPr>
          <a:xfrm>
            <a:off x="4977081" y="1210408"/>
            <a:ext cx="1371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Title</a:t>
            </a:r>
            <a:endParaRPr/>
          </a:p>
        </p:txBody>
      </p:sp>
      <p:sp>
        <p:nvSpPr>
          <p:cNvPr id="963" name="Google Shape;963;p48"/>
          <p:cNvSpPr txBox="1">
            <a:spLocks noGrp="1"/>
          </p:cNvSpPr>
          <p:nvPr>
            <p:ph type="subTitle" idx="2"/>
          </p:nvPr>
        </p:nvSpPr>
        <p:spPr>
          <a:xfrm>
            <a:off x="415627" y="1193600"/>
            <a:ext cx="228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L1</a:t>
            </a:r>
            <a:endParaRPr/>
          </a:p>
        </p:txBody>
      </p:sp>
      <p:sp>
        <p:nvSpPr>
          <p:cNvPr id="964" name="Google Shape;964;p48"/>
          <p:cNvSpPr txBox="1">
            <a:spLocks noGrp="1"/>
          </p:cNvSpPr>
          <p:nvPr>
            <p:ph type="subTitle" idx="3"/>
          </p:nvPr>
        </p:nvSpPr>
        <p:spPr>
          <a:xfrm>
            <a:off x="4977081" y="1042233"/>
            <a:ext cx="1371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pic>
        <p:nvPicPr>
          <p:cNvPr id="965" name="Google Shape;965;p48"/>
          <p:cNvPicPr preferRelativeResize="0">
            <a:picLocks noGrp="1"/>
          </p:cNvPicPr>
          <p:nvPr>
            <p:ph type="pic" idx="4"/>
          </p:nvPr>
        </p:nvPicPr>
        <p:blipFill rotWithShape="1">
          <a:blip r:embed="rId3">
            <a:alphaModFix/>
          </a:blip>
          <a:srcRect/>
          <a:stretch/>
        </p:blipFill>
        <p:spPr>
          <a:xfrm>
            <a:off x="4301762" y="986242"/>
            <a:ext cx="548700" cy="548700"/>
          </a:xfrm>
          <a:prstGeom prst="ellipse">
            <a:avLst/>
          </a:prstGeom>
        </p:spPr>
      </p:pic>
      <p:pic>
        <p:nvPicPr>
          <p:cNvPr id="966" name="Google Shape;966;p48"/>
          <p:cNvPicPr preferRelativeResize="0">
            <a:picLocks noGrp="1"/>
          </p:cNvPicPr>
          <p:nvPr>
            <p:ph type="pic" idx="5"/>
          </p:nvPr>
        </p:nvPicPr>
        <p:blipFill rotWithShape="1">
          <a:blip r:embed="rId4">
            <a:alphaModFix/>
          </a:blip>
          <a:srcRect/>
          <a:stretch/>
        </p:blipFill>
        <p:spPr>
          <a:xfrm>
            <a:off x="1467122" y="2318218"/>
            <a:ext cx="548700" cy="548700"/>
          </a:xfrm>
          <a:prstGeom prst="ellipse">
            <a:avLst/>
          </a:prstGeom>
        </p:spPr>
      </p:pic>
      <p:pic>
        <p:nvPicPr>
          <p:cNvPr id="967" name="Google Shape;967;p48"/>
          <p:cNvPicPr preferRelativeResize="0">
            <a:picLocks noGrp="1"/>
          </p:cNvPicPr>
          <p:nvPr>
            <p:ph type="pic" idx="6"/>
          </p:nvPr>
        </p:nvPicPr>
        <p:blipFill rotWithShape="1">
          <a:blip r:embed="rId5">
            <a:alphaModFix/>
          </a:blip>
          <a:srcRect/>
          <a:stretch/>
        </p:blipFill>
        <p:spPr>
          <a:xfrm>
            <a:off x="4301762" y="2318219"/>
            <a:ext cx="548700" cy="548700"/>
          </a:xfrm>
          <a:prstGeom prst="ellipse">
            <a:avLst/>
          </a:prstGeom>
        </p:spPr>
      </p:pic>
      <p:pic>
        <p:nvPicPr>
          <p:cNvPr id="968" name="Google Shape;968;p48"/>
          <p:cNvPicPr preferRelativeResize="0">
            <a:picLocks noGrp="1"/>
          </p:cNvPicPr>
          <p:nvPr>
            <p:ph type="pic" idx="7"/>
          </p:nvPr>
        </p:nvPicPr>
        <p:blipFill rotWithShape="1">
          <a:blip r:embed="rId6">
            <a:alphaModFix/>
          </a:blip>
          <a:srcRect/>
          <a:stretch/>
        </p:blipFill>
        <p:spPr>
          <a:xfrm>
            <a:off x="7136402" y="2318219"/>
            <a:ext cx="548700" cy="548700"/>
          </a:xfrm>
          <a:prstGeom prst="ellipse">
            <a:avLst/>
          </a:prstGeom>
        </p:spPr>
      </p:pic>
      <p:pic>
        <p:nvPicPr>
          <p:cNvPr id="969" name="Google Shape;969;p48"/>
          <p:cNvPicPr preferRelativeResize="0">
            <a:picLocks noGrp="1"/>
          </p:cNvPicPr>
          <p:nvPr>
            <p:ph type="pic" idx="8"/>
          </p:nvPr>
        </p:nvPicPr>
        <p:blipFill rotWithShape="1">
          <a:blip r:embed="rId7">
            <a:alphaModFix/>
          </a:blip>
          <a:srcRect/>
          <a:stretch/>
        </p:blipFill>
        <p:spPr>
          <a:xfrm>
            <a:off x="7845062" y="3650195"/>
            <a:ext cx="548700" cy="548700"/>
          </a:xfrm>
          <a:prstGeom prst="ellipse">
            <a:avLst/>
          </a:prstGeom>
        </p:spPr>
      </p:pic>
      <p:pic>
        <p:nvPicPr>
          <p:cNvPr id="970" name="Google Shape;970;p48"/>
          <p:cNvPicPr preferRelativeResize="0">
            <a:picLocks noGrp="1"/>
          </p:cNvPicPr>
          <p:nvPr>
            <p:ph type="pic" idx="9"/>
          </p:nvPr>
        </p:nvPicPr>
        <p:blipFill rotWithShape="1">
          <a:blip r:embed="rId8">
            <a:alphaModFix/>
          </a:blip>
          <a:srcRect/>
          <a:stretch/>
        </p:blipFill>
        <p:spPr>
          <a:xfrm>
            <a:off x="6427742" y="3650195"/>
            <a:ext cx="548700" cy="548700"/>
          </a:xfrm>
          <a:prstGeom prst="ellipse">
            <a:avLst/>
          </a:prstGeom>
        </p:spPr>
      </p:pic>
      <p:pic>
        <p:nvPicPr>
          <p:cNvPr id="971" name="Google Shape;971;p48"/>
          <p:cNvPicPr preferRelativeResize="0">
            <a:picLocks noGrp="1"/>
          </p:cNvPicPr>
          <p:nvPr>
            <p:ph type="pic" idx="13"/>
          </p:nvPr>
        </p:nvPicPr>
        <p:blipFill rotWithShape="1">
          <a:blip r:embed="rId9">
            <a:alphaModFix/>
          </a:blip>
          <a:srcRect/>
          <a:stretch/>
        </p:blipFill>
        <p:spPr>
          <a:xfrm>
            <a:off x="5010422" y="3650195"/>
            <a:ext cx="548700" cy="548700"/>
          </a:xfrm>
          <a:prstGeom prst="ellipse">
            <a:avLst/>
          </a:prstGeom>
        </p:spPr>
      </p:pic>
      <p:pic>
        <p:nvPicPr>
          <p:cNvPr id="972" name="Google Shape;972;p48"/>
          <p:cNvPicPr preferRelativeResize="0">
            <a:picLocks noGrp="1"/>
          </p:cNvPicPr>
          <p:nvPr>
            <p:ph type="pic" idx="14"/>
          </p:nvPr>
        </p:nvPicPr>
        <p:blipFill rotWithShape="1">
          <a:blip r:embed="rId10">
            <a:alphaModFix/>
          </a:blip>
          <a:srcRect/>
          <a:stretch/>
        </p:blipFill>
        <p:spPr>
          <a:xfrm>
            <a:off x="3593102" y="3650195"/>
            <a:ext cx="548700" cy="548700"/>
          </a:xfrm>
          <a:prstGeom prst="ellipse">
            <a:avLst/>
          </a:prstGeom>
        </p:spPr>
      </p:pic>
      <p:pic>
        <p:nvPicPr>
          <p:cNvPr id="973" name="Google Shape;973;p48"/>
          <p:cNvPicPr preferRelativeResize="0">
            <a:picLocks noGrp="1"/>
          </p:cNvPicPr>
          <p:nvPr>
            <p:ph type="pic" idx="15"/>
          </p:nvPr>
        </p:nvPicPr>
        <p:blipFill rotWithShape="1">
          <a:blip r:embed="rId11">
            <a:alphaModFix/>
          </a:blip>
          <a:srcRect/>
          <a:stretch/>
        </p:blipFill>
        <p:spPr>
          <a:xfrm>
            <a:off x="2175782" y="3650195"/>
            <a:ext cx="548700" cy="548700"/>
          </a:xfrm>
          <a:prstGeom prst="ellipse">
            <a:avLst/>
          </a:prstGeom>
        </p:spPr>
      </p:pic>
      <p:pic>
        <p:nvPicPr>
          <p:cNvPr id="974" name="Google Shape;974;p48"/>
          <p:cNvPicPr preferRelativeResize="0">
            <a:picLocks noGrp="1"/>
          </p:cNvPicPr>
          <p:nvPr>
            <p:ph type="pic" idx="16"/>
          </p:nvPr>
        </p:nvPicPr>
        <p:blipFill rotWithShape="1">
          <a:blip r:embed="rId12">
            <a:alphaModFix/>
          </a:blip>
          <a:srcRect/>
          <a:stretch/>
        </p:blipFill>
        <p:spPr>
          <a:xfrm>
            <a:off x="758462" y="3650195"/>
            <a:ext cx="548700" cy="548700"/>
          </a:xfrm>
          <a:prstGeom prst="ellipse">
            <a:avLst/>
          </a:prstGeom>
        </p:spPr>
      </p:pic>
      <p:sp>
        <p:nvSpPr>
          <p:cNvPr id="975" name="Google Shape;975;p48"/>
          <p:cNvSpPr txBox="1">
            <a:spLocks noGrp="1"/>
          </p:cNvSpPr>
          <p:nvPr>
            <p:ph type="subTitle" idx="17"/>
          </p:nvPr>
        </p:nvSpPr>
        <p:spPr>
          <a:xfrm>
            <a:off x="415627" y="2526476"/>
            <a:ext cx="228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L2</a:t>
            </a:r>
            <a:endParaRPr/>
          </a:p>
        </p:txBody>
      </p:sp>
      <p:sp>
        <p:nvSpPr>
          <p:cNvPr id="976" name="Google Shape;976;p48"/>
          <p:cNvSpPr txBox="1">
            <a:spLocks noGrp="1"/>
          </p:cNvSpPr>
          <p:nvPr>
            <p:ph type="subTitle" idx="18"/>
          </p:nvPr>
        </p:nvSpPr>
        <p:spPr>
          <a:xfrm>
            <a:off x="415627" y="3858450"/>
            <a:ext cx="228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L3</a:t>
            </a:r>
            <a:endParaRPr/>
          </a:p>
        </p:txBody>
      </p:sp>
      <p:sp>
        <p:nvSpPr>
          <p:cNvPr id="977" name="Google Shape;977;p48"/>
          <p:cNvSpPr txBox="1">
            <a:spLocks noGrp="1"/>
          </p:cNvSpPr>
          <p:nvPr>
            <p:ph type="subTitle" idx="19"/>
          </p:nvPr>
        </p:nvSpPr>
        <p:spPr>
          <a:xfrm>
            <a:off x="4690481"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78" name="Google Shape;978;p48"/>
          <p:cNvSpPr txBox="1">
            <a:spLocks noGrp="1"/>
          </p:cNvSpPr>
          <p:nvPr>
            <p:ph type="subTitle" idx="20"/>
          </p:nvPr>
        </p:nvSpPr>
        <p:spPr>
          <a:xfrm>
            <a:off x="4690481"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979" name="Google Shape;979;p48"/>
          <p:cNvSpPr txBox="1">
            <a:spLocks noGrp="1"/>
          </p:cNvSpPr>
          <p:nvPr>
            <p:ph type="subTitle" idx="21"/>
          </p:nvPr>
        </p:nvSpPr>
        <p:spPr>
          <a:xfrm>
            <a:off x="6107806"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80" name="Google Shape;980;p48"/>
          <p:cNvSpPr txBox="1">
            <a:spLocks noGrp="1"/>
          </p:cNvSpPr>
          <p:nvPr>
            <p:ph type="subTitle" idx="22"/>
          </p:nvPr>
        </p:nvSpPr>
        <p:spPr>
          <a:xfrm>
            <a:off x="6107806"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981" name="Google Shape;981;p48"/>
          <p:cNvSpPr txBox="1">
            <a:spLocks noGrp="1"/>
          </p:cNvSpPr>
          <p:nvPr>
            <p:ph type="subTitle" idx="23"/>
          </p:nvPr>
        </p:nvSpPr>
        <p:spPr>
          <a:xfrm>
            <a:off x="7535952"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82" name="Google Shape;982;p48"/>
          <p:cNvSpPr txBox="1">
            <a:spLocks noGrp="1"/>
          </p:cNvSpPr>
          <p:nvPr>
            <p:ph type="subTitle" idx="24"/>
          </p:nvPr>
        </p:nvSpPr>
        <p:spPr>
          <a:xfrm>
            <a:off x="7535952"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983" name="Google Shape;983;p48"/>
          <p:cNvSpPr txBox="1">
            <a:spLocks noGrp="1"/>
          </p:cNvSpPr>
          <p:nvPr>
            <p:ph type="subTitle" idx="25"/>
          </p:nvPr>
        </p:nvSpPr>
        <p:spPr>
          <a:xfrm>
            <a:off x="3274548"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84" name="Google Shape;984;p48"/>
          <p:cNvSpPr txBox="1">
            <a:spLocks noGrp="1"/>
          </p:cNvSpPr>
          <p:nvPr>
            <p:ph type="subTitle" idx="26"/>
          </p:nvPr>
        </p:nvSpPr>
        <p:spPr>
          <a:xfrm>
            <a:off x="3274548"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985" name="Google Shape;985;p48"/>
          <p:cNvSpPr txBox="1">
            <a:spLocks noGrp="1"/>
          </p:cNvSpPr>
          <p:nvPr>
            <p:ph type="subTitle" idx="27"/>
          </p:nvPr>
        </p:nvSpPr>
        <p:spPr>
          <a:xfrm>
            <a:off x="1857919"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86" name="Google Shape;986;p48"/>
          <p:cNvSpPr txBox="1">
            <a:spLocks noGrp="1"/>
          </p:cNvSpPr>
          <p:nvPr>
            <p:ph type="subTitle" idx="28"/>
          </p:nvPr>
        </p:nvSpPr>
        <p:spPr>
          <a:xfrm>
            <a:off x="1857919"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Name</a:t>
            </a:r>
            <a:endParaRPr/>
          </a:p>
        </p:txBody>
      </p:sp>
      <p:sp>
        <p:nvSpPr>
          <p:cNvPr id="987" name="Google Shape;987;p48"/>
          <p:cNvSpPr txBox="1">
            <a:spLocks noGrp="1"/>
          </p:cNvSpPr>
          <p:nvPr>
            <p:ph type="subTitle" idx="29"/>
          </p:nvPr>
        </p:nvSpPr>
        <p:spPr>
          <a:xfrm>
            <a:off x="437640" y="4448033"/>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Clr>
                <a:schemeClr val="dk1"/>
              </a:buClr>
              <a:buSzPts val="1100"/>
              <a:buFont typeface="Arial"/>
              <a:buNone/>
            </a:pPr>
            <a:r>
              <a:rPr lang="en"/>
              <a:t>Title</a:t>
            </a:r>
            <a:endParaRPr/>
          </a:p>
        </p:txBody>
      </p:sp>
      <p:sp>
        <p:nvSpPr>
          <p:cNvPr id="988" name="Google Shape;988;p48"/>
          <p:cNvSpPr txBox="1">
            <a:spLocks noGrp="1"/>
          </p:cNvSpPr>
          <p:nvPr>
            <p:ph type="subTitle" idx="30"/>
          </p:nvPr>
        </p:nvSpPr>
        <p:spPr>
          <a:xfrm>
            <a:off x="437640" y="4279858"/>
            <a:ext cx="1188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Name</a:t>
            </a:r>
            <a:endParaRPr/>
          </a:p>
        </p:txBody>
      </p:sp>
      <p:sp>
        <p:nvSpPr>
          <p:cNvPr id="989" name="Google Shape;989;p48"/>
          <p:cNvSpPr txBox="1">
            <a:spLocks noGrp="1"/>
          </p:cNvSpPr>
          <p:nvPr>
            <p:ph type="subTitle" idx="31"/>
          </p:nvPr>
        </p:nvSpPr>
        <p:spPr>
          <a:xfrm>
            <a:off x="2129693" y="2548158"/>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90" name="Google Shape;990;p48"/>
          <p:cNvSpPr txBox="1">
            <a:spLocks noGrp="1"/>
          </p:cNvSpPr>
          <p:nvPr>
            <p:ph type="subTitle" idx="32"/>
          </p:nvPr>
        </p:nvSpPr>
        <p:spPr>
          <a:xfrm>
            <a:off x="2129693" y="2379983"/>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991" name="Google Shape;991;p48"/>
          <p:cNvSpPr txBox="1">
            <a:spLocks noGrp="1"/>
          </p:cNvSpPr>
          <p:nvPr>
            <p:ph type="subTitle" idx="33"/>
          </p:nvPr>
        </p:nvSpPr>
        <p:spPr>
          <a:xfrm>
            <a:off x="4977081" y="2548158"/>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92" name="Google Shape;992;p48"/>
          <p:cNvSpPr txBox="1">
            <a:spLocks noGrp="1"/>
          </p:cNvSpPr>
          <p:nvPr>
            <p:ph type="subTitle" idx="34"/>
          </p:nvPr>
        </p:nvSpPr>
        <p:spPr>
          <a:xfrm>
            <a:off x="4977081" y="2379983"/>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993" name="Google Shape;993;p48"/>
          <p:cNvSpPr txBox="1">
            <a:spLocks noGrp="1"/>
          </p:cNvSpPr>
          <p:nvPr>
            <p:ph type="subTitle" idx="35"/>
          </p:nvPr>
        </p:nvSpPr>
        <p:spPr>
          <a:xfrm>
            <a:off x="7799376" y="2548150"/>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994" name="Google Shape;994;p48"/>
          <p:cNvSpPr txBox="1">
            <a:spLocks noGrp="1"/>
          </p:cNvSpPr>
          <p:nvPr>
            <p:ph type="subTitle" idx="36"/>
          </p:nvPr>
        </p:nvSpPr>
        <p:spPr>
          <a:xfrm>
            <a:off x="7799376" y="2379975"/>
            <a:ext cx="9144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49"/>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Organization Chart Layout with 19 Headshots</a:t>
            </a:r>
            <a:endParaRPr/>
          </a:p>
        </p:txBody>
      </p:sp>
      <p:sp>
        <p:nvSpPr>
          <p:cNvPr id="1000" name="Google Shape;1000;p49"/>
          <p:cNvSpPr txBox="1">
            <a:spLocks noGrp="1"/>
          </p:cNvSpPr>
          <p:nvPr>
            <p:ph type="subTitle" idx="1"/>
          </p:nvPr>
        </p:nvSpPr>
        <p:spPr>
          <a:xfrm>
            <a:off x="411475" y="2740669"/>
            <a:ext cx="3657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L3</a:t>
            </a:r>
            <a:endParaRPr/>
          </a:p>
        </p:txBody>
      </p:sp>
      <p:sp>
        <p:nvSpPr>
          <p:cNvPr id="1001" name="Google Shape;1001;p49"/>
          <p:cNvSpPr txBox="1">
            <a:spLocks noGrp="1"/>
          </p:cNvSpPr>
          <p:nvPr>
            <p:ph type="subTitle" idx="24"/>
          </p:nvPr>
        </p:nvSpPr>
        <p:spPr>
          <a:xfrm>
            <a:off x="1447199" y="27677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02" name="Google Shape;1002;p49"/>
          <p:cNvSpPr txBox="1">
            <a:spLocks noGrp="1"/>
          </p:cNvSpPr>
          <p:nvPr>
            <p:ph type="subTitle" idx="25"/>
          </p:nvPr>
        </p:nvSpPr>
        <p:spPr>
          <a:xfrm>
            <a:off x="1447199" y="26312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03" name="Google Shape;1003;p49"/>
          <p:cNvSpPr txBox="1">
            <a:spLocks noGrp="1"/>
          </p:cNvSpPr>
          <p:nvPr>
            <p:ph type="subTitle" idx="26"/>
          </p:nvPr>
        </p:nvSpPr>
        <p:spPr>
          <a:xfrm>
            <a:off x="1447199" y="36219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04" name="Google Shape;1004;p49"/>
          <p:cNvSpPr txBox="1">
            <a:spLocks noGrp="1"/>
          </p:cNvSpPr>
          <p:nvPr>
            <p:ph type="subTitle" idx="27"/>
          </p:nvPr>
        </p:nvSpPr>
        <p:spPr>
          <a:xfrm>
            <a:off x="1447199" y="34854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05" name="Google Shape;1005;p49"/>
          <p:cNvSpPr txBox="1">
            <a:spLocks noGrp="1"/>
          </p:cNvSpPr>
          <p:nvPr>
            <p:ph type="subTitle" idx="28"/>
          </p:nvPr>
        </p:nvSpPr>
        <p:spPr>
          <a:xfrm>
            <a:off x="1447199" y="44761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06" name="Google Shape;1006;p49"/>
          <p:cNvSpPr txBox="1">
            <a:spLocks noGrp="1"/>
          </p:cNvSpPr>
          <p:nvPr>
            <p:ph type="subTitle" idx="29"/>
          </p:nvPr>
        </p:nvSpPr>
        <p:spPr>
          <a:xfrm>
            <a:off x="1447199" y="43396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07" name="Google Shape;1007;p49"/>
          <p:cNvSpPr txBox="1">
            <a:spLocks noGrp="1"/>
          </p:cNvSpPr>
          <p:nvPr>
            <p:ph type="subTitle" idx="30"/>
          </p:nvPr>
        </p:nvSpPr>
        <p:spPr>
          <a:xfrm>
            <a:off x="3029972" y="27677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08" name="Google Shape;1008;p49"/>
          <p:cNvSpPr txBox="1">
            <a:spLocks noGrp="1"/>
          </p:cNvSpPr>
          <p:nvPr>
            <p:ph type="subTitle" idx="31"/>
          </p:nvPr>
        </p:nvSpPr>
        <p:spPr>
          <a:xfrm>
            <a:off x="3029972" y="26312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09" name="Google Shape;1009;p49"/>
          <p:cNvSpPr txBox="1">
            <a:spLocks noGrp="1"/>
          </p:cNvSpPr>
          <p:nvPr>
            <p:ph type="subTitle" idx="32"/>
          </p:nvPr>
        </p:nvSpPr>
        <p:spPr>
          <a:xfrm>
            <a:off x="3029972" y="36219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10" name="Google Shape;1010;p49"/>
          <p:cNvSpPr txBox="1">
            <a:spLocks noGrp="1"/>
          </p:cNvSpPr>
          <p:nvPr>
            <p:ph type="subTitle" idx="33"/>
          </p:nvPr>
        </p:nvSpPr>
        <p:spPr>
          <a:xfrm>
            <a:off x="3029972" y="34854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11" name="Google Shape;1011;p49"/>
          <p:cNvSpPr txBox="1">
            <a:spLocks noGrp="1"/>
          </p:cNvSpPr>
          <p:nvPr>
            <p:ph type="subTitle" idx="34"/>
          </p:nvPr>
        </p:nvSpPr>
        <p:spPr>
          <a:xfrm>
            <a:off x="3029972" y="44761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12" name="Google Shape;1012;p49"/>
          <p:cNvSpPr txBox="1">
            <a:spLocks noGrp="1"/>
          </p:cNvSpPr>
          <p:nvPr>
            <p:ph type="subTitle" idx="35"/>
          </p:nvPr>
        </p:nvSpPr>
        <p:spPr>
          <a:xfrm>
            <a:off x="3029972" y="43396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13" name="Google Shape;1013;p49"/>
          <p:cNvSpPr txBox="1">
            <a:spLocks noGrp="1"/>
          </p:cNvSpPr>
          <p:nvPr>
            <p:ph type="subTitle" idx="36"/>
          </p:nvPr>
        </p:nvSpPr>
        <p:spPr>
          <a:xfrm>
            <a:off x="4612747" y="27677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14" name="Google Shape;1014;p49"/>
          <p:cNvSpPr txBox="1">
            <a:spLocks noGrp="1"/>
          </p:cNvSpPr>
          <p:nvPr>
            <p:ph type="subTitle" idx="37"/>
          </p:nvPr>
        </p:nvSpPr>
        <p:spPr>
          <a:xfrm>
            <a:off x="4612747" y="26312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15" name="Google Shape;1015;p49"/>
          <p:cNvSpPr txBox="1">
            <a:spLocks noGrp="1"/>
          </p:cNvSpPr>
          <p:nvPr>
            <p:ph type="subTitle" idx="38"/>
          </p:nvPr>
        </p:nvSpPr>
        <p:spPr>
          <a:xfrm>
            <a:off x="4612747" y="36219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16" name="Google Shape;1016;p49"/>
          <p:cNvSpPr txBox="1">
            <a:spLocks noGrp="1"/>
          </p:cNvSpPr>
          <p:nvPr>
            <p:ph type="subTitle" idx="39"/>
          </p:nvPr>
        </p:nvSpPr>
        <p:spPr>
          <a:xfrm>
            <a:off x="4612747" y="34854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17" name="Google Shape;1017;p49"/>
          <p:cNvSpPr txBox="1">
            <a:spLocks noGrp="1"/>
          </p:cNvSpPr>
          <p:nvPr>
            <p:ph type="subTitle" idx="40"/>
          </p:nvPr>
        </p:nvSpPr>
        <p:spPr>
          <a:xfrm>
            <a:off x="4612747" y="44761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18" name="Google Shape;1018;p49"/>
          <p:cNvSpPr txBox="1">
            <a:spLocks noGrp="1"/>
          </p:cNvSpPr>
          <p:nvPr>
            <p:ph type="subTitle" idx="41"/>
          </p:nvPr>
        </p:nvSpPr>
        <p:spPr>
          <a:xfrm>
            <a:off x="4612747" y="43396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19" name="Google Shape;1019;p49"/>
          <p:cNvSpPr txBox="1">
            <a:spLocks noGrp="1"/>
          </p:cNvSpPr>
          <p:nvPr>
            <p:ph type="subTitle" idx="42"/>
          </p:nvPr>
        </p:nvSpPr>
        <p:spPr>
          <a:xfrm>
            <a:off x="6195522" y="27677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20" name="Google Shape;1020;p49"/>
          <p:cNvSpPr txBox="1">
            <a:spLocks noGrp="1"/>
          </p:cNvSpPr>
          <p:nvPr>
            <p:ph type="subTitle" idx="43"/>
          </p:nvPr>
        </p:nvSpPr>
        <p:spPr>
          <a:xfrm>
            <a:off x="6195522" y="26312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21" name="Google Shape;1021;p49"/>
          <p:cNvSpPr txBox="1">
            <a:spLocks noGrp="1"/>
          </p:cNvSpPr>
          <p:nvPr>
            <p:ph type="subTitle" idx="44"/>
          </p:nvPr>
        </p:nvSpPr>
        <p:spPr>
          <a:xfrm>
            <a:off x="6195522" y="36219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22" name="Google Shape;1022;p49"/>
          <p:cNvSpPr txBox="1">
            <a:spLocks noGrp="1"/>
          </p:cNvSpPr>
          <p:nvPr>
            <p:ph type="subTitle" idx="45"/>
          </p:nvPr>
        </p:nvSpPr>
        <p:spPr>
          <a:xfrm>
            <a:off x="6195522" y="34854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23" name="Google Shape;1023;p49"/>
          <p:cNvSpPr txBox="1">
            <a:spLocks noGrp="1"/>
          </p:cNvSpPr>
          <p:nvPr>
            <p:ph type="subTitle" idx="46"/>
          </p:nvPr>
        </p:nvSpPr>
        <p:spPr>
          <a:xfrm>
            <a:off x="6195522" y="44761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24" name="Google Shape;1024;p49"/>
          <p:cNvSpPr txBox="1">
            <a:spLocks noGrp="1"/>
          </p:cNvSpPr>
          <p:nvPr>
            <p:ph type="subTitle" idx="47"/>
          </p:nvPr>
        </p:nvSpPr>
        <p:spPr>
          <a:xfrm>
            <a:off x="6195522" y="43396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25" name="Google Shape;1025;p49"/>
          <p:cNvSpPr txBox="1">
            <a:spLocks noGrp="1"/>
          </p:cNvSpPr>
          <p:nvPr>
            <p:ph type="subTitle" idx="48"/>
          </p:nvPr>
        </p:nvSpPr>
        <p:spPr>
          <a:xfrm>
            <a:off x="7778297" y="27677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26" name="Google Shape;1026;p49"/>
          <p:cNvSpPr txBox="1">
            <a:spLocks noGrp="1"/>
          </p:cNvSpPr>
          <p:nvPr>
            <p:ph type="subTitle" idx="49"/>
          </p:nvPr>
        </p:nvSpPr>
        <p:spPr>
          <a:xfrm>
            <a:off x="7778297" y="2631251"/>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27" name="Google Shape;1027;p49"/>
          <p:cNvSpPr txBox="1">
            <a:spLocks noGrp="1"/>
          </p:cNvSpPr>
          <p:nvPr>
            <p:ph type="subTitle" idx="50"/>
          </p:nvPr>
        </p:nvSpPr>
        <p:spPr>
          <a:xfrm>
            <a:off x="7778297" y="36219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28" name="Google Shape;1028;p49"/>
          <p:cNvSpPr txBox="1">
            <a:spLocks noGrp="1"/>
          </p:cNvSpPr>
          <p:nvPr>
            <p:ph type="subTitle" idx="51"/>
          </p:nvPr>
        </p:nvSpPr>
        <p:spPr>
          <a:xfrm>
            <a:off x="7778297" y="3485450"/>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29" name="Google Shape;1029;p49"/>
          <p:cNvSpPr txBox="1">
            <a:spLocks noGrp="1"/>
          </p:cNvSpPr>
          <p:nvPr>
            <p:ph type="subTitle" idx="52"/>
          </p:nvPr>
        </p:nvSpPr>
        <p:spPr>
          <a:xfrm>
            <a:off x="7778297" y="44761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30" name="Google Shape;1030;p49"/>
          <p:cNvSpPr txBox="1">
            <a:spLocks noGrp="1"/>
          </p:cNvSpPr>
          <p:nvPr>
            <p:ph type="subTitle" idx="53"/>
          </p:nvPr>
        </p:nvSpPr>
        <p:spPr>
          <a:xfrm>
            <a:off x="7778297" y="4339648"/>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31" name="Google Shape;1031;p49"/>
          <p:cNvSpPr txBox="1">
            <a:spLocks noGrp="1"/>
          </p:cNvSpPr>
          <p:nvPr>
            <p:ph type="subTitle" idx="54"/>
          </p:nvPr>
        </p:nvSpPr>
        <p:spPr>
          <a:xfrm>
            <a:off x="411475" y="1863853"/>
            <a:ext cx="3657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L2</a:t>
            </a:r>
            <a:endParaRPr/>
          </a:p>
        </p:txBody>
      </p:sp>
      <p:sp>
        <p:nvSpPr>
          <p:cNvPr id="1032" name="Google Shape;1032;p49"/>
          <p:cNvSpPr txBox="1">
            <a:spLocks noGrp="1"/>
          </p:cNvSpPr>
          <p:nvPr>
            <p:ph type="subTitle" idx="55"/>
          </p:nvPr>
        </p:nvSpPr>
        <p:spPr>
          <a:xfrm>
            <a:off x="411475" y="1027229"/>
            <a:ext cx="3657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L1</a:t>
            </a:r>
            <a:endParaRPr/>
          </a:p>
        </p:txBody>
      </p:sp>
      <p:sp>
        <p:nvSpPr>
          <p:cNvPr id="1033" name="Google Shape;1033;p49"/>
          <p:cNvSpPr txBox="1">
            <a:spLocks noGrp="1"/>
          </p:cNvSpPr>
          <p:nvPr>
            <p:ph type="subTitle" idx="56"/>
          </p:nvPr>
        </p:nvSpPr>
        <p:spPr>
          <a:xfrm>
            <a:off x="7778297" y="19157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34" name="Google Shape;1034;p49"/>
          <p:cNvSpPr txBox="1">
            <a:spLocks noGrp="1"/>
          </p:cNvSpPr>
          <p:nvPr>
            <p:ph type="subTitle" idx="57"/>
          </p:nvPr>
        </p:nvSpPr>
        <p:spPr>
          <a:xfrm>
            <a:off x="7778297" y="17792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Name</a:t>
            </a:r>
            <a:endParaRPr/>
          </a:p>
        </p:txBody>
      </p:sp>
      <p:sp>
        <p:nvSpPr>
          <p:cNvPr id="1035" name="Google Shape;1035;p49"/>
          <p:cNvSpPr txBox="1">
            <a:spLocks noGrp="1"/>
          </p:cNvSpPr>
          <p:nvPr>
            <p:ph type="subTitle" idx="58"/>
          </p:nvPr>
        </p:nvSpPr>
        <p:spPr>
          <a:xfrm>
            <a:off x="5437688" y="19157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36" name="Google Shape;1036;p49"/>
          <p:cNvSpPr txBox="1">
            <a:spLocks noGrp="1"/>
          </p:cNvSpPr>
          <p:nvPr>
            <p:ph type="subTitle" idx="59"/>
          </p:nvPr>
        </p:nvSpPr>
        <p:spPr>
          <a:xfrm>
            <a:off x="5437688" y="17792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37" name="Google Shape;1037;p49"/>
          <p:cNvSpPr txBox="1">
            <a:spLocks noGrp="1"/>
          </p:cNvSpPr>
          <p:nvPr>
            <p:ph type="subTitle" idx="60"/>
          </p:nvPr>
        </p:nvSpPr>
        <p:spPr>
          <a:xfrm>
            <a:off x="2255154" y="19157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Clr>
                <a:schemeClr val="dk1"/>
              </a:buClr>
              <a:buSzPts val="1100"/>
              <a:buFont typeface="Arial"/>
              <a:buNone/>
            </a:pPr>
            <a:r>
              <a:rPr lang="en"/>
              <a:t>Title</a:t>
            </a:r>
            <a:endParaRPr/>
          </a:p>
        </p:txBody>
      </p:sp>
      <p:sp>
        <p:nvSpPr>
          <p:cNvPr id="1038" name="Google Shape;1038;p49"/>
          <p:cNvSpPr txBox="1">
            <a:spLocks noGrp="1"/>
          </p:cNvSpPr>
          <p:nvPr>
            <p:ph type="subTitle" idx="61"/>
          </p:nvPr>
        </p:nvSpPr>
        <p:spPr>
          <a:xfrm>
            <a:off x="2255154" y="17792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39" name="Google Shape;1039;p49"/>
          <p:cNvSpPr txBox="1">
            <a:spLocks noGrp="1"/>
          </p:cNvSpPr>
          <p:nvPr>
            <p:ph type="subTitle" idx="62"/>
          </p:nvPr>
        </p:nvSpPr>
        <p:spPr>
          <a:xfrm>
            <a:off x="5437688" y="10779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Title</a:t>
            </a:r>
            <a:endParaRPr/>
          </a:p>
        </p:txBody>
      </p:sp>
      <p:sp>
        <p:nvSpPr>
          <p:cNvPr id="1040" name="Google Shape;1040;p49"/>
          <p:cNvSpPr txBox="1">
            <a:spLocks noGrp="1"/>
          </p:cNvSpPr>
          <p:nvPr>
            <p:ph type="subTitle" idx="63"/>
          </p:nvPr>
        </p:nvSpPr>
        <p:spPr>
          <a:xfrm>
            <a:off x="5437688" y="941405"/>
            <a:ext cx="8676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pic>
        <p:nvPicPr>
          <p:cNvPr id="1041" name="Google Shape;1041;p49"/>
          <p:cNvPicPr preferRelativeResize="0">
            <a:picLocks noGrp="1"/>
          </p:cNvPicPr>
          <p:nvPr>
            <p:ph type="pic" idx="4"/>
          </p:nvPr>
        </p:nvPicPr>
        <p:blipFill rotWithShape="1">
          <a:blip r:embed="rId3">
            <a:alphaModFix/>
          </a:blip>
          <a:srcRect/>
          <a:stretch/>
        </p:blipFill>
        <p:spPr>
          <a:xfrm>
            <a:off x="4855854" y="890129"/>
            <a:ext cx="457200" cy="457200"/>
          </a:xfrm>
          <a:prstGeom prst="ellipse">
            <a:avLst/>
          </a:prstGeom>
        </p:spPr>
      </p:pic>
      <p:pic>
        <p:nvPicPr>
          <p:cNvPr id="1042" name="Google Shape;1042;p49"/>
          <p:cNvPicPr preferRelativeResize="0">
            <a:picLocks noGrp="1"/>
          </p:cNvPicPr>
          <p:nvPr>
            <p:ph type="pic" idx="5"/>
          </p:nvPr>
        </p:nvPicPr>
        <p:blipFill rotWithShape="1">
          <a:blip r:embed="rId4">
            <a:alphaModFix/>
          </a:blip>
          <a:srcRect/>
          <a:stretch/>
        </p:blipFill>
        <p:spPr>
          <a:xfrm>
            <a:off x="4856154" y="1726792"/>
            <a:ext cx="457200" cy="457200"/>
          </a:xfrm>
          <a:prstGeom prst="ellipse">
            <a:avLst/>
          </a:prstGeom>
        </p:spPr>
      </p:pic>
      <p:pic>
        <p:nvPicPr>
          <p:cNvPr id="1043" name="Google Shape;1043;p49"/>
          <p:cNvPicPr preferRelativeResize="0">
            <a:picLocks noGrp="1"/>
          </p:cNvPicPr>
          <p:nvPr>
            <p:ph type="pic" idx="6"/>
          </p:nvPr>
        </p:nvPicPr>
        <p:blipFill rotWithShape="1">
          <a:blip r:embed="rId5">
            <a:alphaModFix/>
          </a:blip>
          <a:srcRect/>
          <a:stretch/>
        </p:blipFill>
        <p:spPr>
          <a:xfrm>
            <a:off x="7196463" y="1726829"/>
            <a:ext cx="457200" cy="457200"/>
          </a:xfrm>
          <a:prstGeom prst="ellipse">
            <a:avLst/>
          </a:prstGeom>
        </p:spPr>
      </p:pic>
      <p:pic>
        <p:nvPicPr>
          <p:cNvPr id="1044" name="Google Shape;1044;p49"/>
          <p:cNvPicPr preferRelativeResize="0">
            <a:picLocks noGrp="1"/>
          </p:cNvPicPr>
          <p:nvPr>
            <p:ph type="pic" idx="7"/>
          </p:nvPr>
        </p:nvPicPr>
        <p:blipFill rotWithShape="1">
          <a:blip r:embed="rId6">
            <a:alphaModFix/>
          </a:blip>
          <a:srcRect/>
          <a:stretch/>
        </p:blipFill>
        <p:spPr>
          <a:xfrm>
            <a:off x="7196463" y="2581004"/>
            <a:ext cx="457200" cy="457200"/>
          </a:xfrm>
          <a:prstGeom prst="ellipse">
            <a:avLst/>
          </a:prstGeom>
        </p:spPr>
      </p:pic>
      <p:pic>
        <p:nvPicPr>
          <p:cNvPr id="1045" name="Google Shape;1045;p49"/>
          <p:cNvPicPr preferRelativeResize="0">
            <a:picLocks noGrp="1"/>
          </p:cNvPicPr>
          <p:nvPr>
            <p:ph type="pic" idx="8"/>
          </p:nvPr>
        </p:nvPicPr>
        <p:blipFill rotWithShape="1">
          <a:blip r:embed="rId7">
            <a:alphaModFix/>
          </a:blip>
          <a:srcRect/>
          <a:stretch/>
        </p:blipFill>
        <p:spPr>
          <a:xfrm>
            <a:off x="7196463" y="3435204"/>
            <a:ext cx="457200" cy="457200"/>
          </a:xfrm>
          <a:prstGeom prst="ellipse">
            <a:avLst/>
          </a:prstGeom>
        </p:spPr>
      </p:pic>
      <p:pic>
        <p:nvPicPr>
          <p:cNvPr id="1046" name="Google Shape;1046;p49"/>
          <p:cNvPicPr preferRelativeResize="0">
            <a:picLocks noGrp="1"/>
          </p:cNvPicPr>
          <p:nvPr>
            <p:ph type="pic" idx="9"/>
          </p:nvPr>
        </p:nvPicPr>
        <p:blipFill rotWithShape="1">
          <a:blip r:embed="rId8">
            <a:alphaModFix/>
          </a:blip>
          <a:srcRect/>
          <a:stretch/>
        </p:blipFill>
        <p:spPr>
          <a:xfrm>
            <a:off x="7196463" y="4289349"/>
            <a:ext cx="457200" cy="457200"/>
          </a:xfrm>
          <a:prstGeom prst="ellipse">
            <a:avLst/>
          </a:prstGeom>
        </p:spPr>
      </p:pic>
      <p:pic>
        <p:nvPicPr>
          <p:cNvPr id="1047" name="Google Shape;1047;p49"/>
          <p:cNvPicPr preferRelativeResize="0">
            <a:picLocks noGrp="1"/>
          </p:cNvPicPr>
          <p:nvPr>
            <p:ph type="pic" idx="13"/>
          </p:nvPr>
        </p:nvPicPr>
        <p:blipFill rotWithShape="1">
          <a:blip r:embed="rId9">
            <a:alphaModFix/>
          </a:blip>
          <a:srcRect/>
          <a:stretch/>
        </p:blipFill>
        <p:spPr>
          <a:xfrm>
            <a:off x="1673320" y="1726829"/>
            <a:ext cx="457200" cy="457200"/>
          </a:xfrm>
          <a:prstGeom prst="ellipse">
            <a:avLst/>
          </a:prstGeom>
        </p:spPr>
      </p:pic>
      <p:pic>
        <p:nvPicPr>
          <p:cNvPr id="1048" name="Google Shape;1048;p49"/>
          <p:cNvPicPr preferRelativeResize="0">
            <a:picLocks noGrp="1"/>
          </p:cNvPicPr>
          <p:nvPr>
            <p:ph type="pic" idx="14"/>
          </p:nvPr>
        </p:nvPicPr>
        <p:blipFill rotWithShape="1">
          <a:blip r:embed="rId10">
            <a:alphaModFix/>
          </a:blip>
          <a:srcRect/>
          <a:stretch/>
        </p:blipFill>
        <p:spPr>
          <a:xfrm>
            <a:off x="5613688" y="2581004"/>
            <a:ext cx="457200" cy="457200"/>
          </a:xfrm>
          <a:prstGeom prst="ellipse">
            <a:avLst/>
          </a:prstGeom>
        </p:spPr>
      </p:pic>
      <p:pic>
        <p:nvPicPr>
          <p:cNvPr id="1049" name="Google Shape;1049;p49"/>
          <p:cNvPicPr preferRelativeResize="0">
            <a:picLocks noGrp="1"/>
          </p:cNvPicPr>
          <p:nvPr>
            <p:ph type="pic" idx="2"/>
          </p:nvPr>
        </p:nvPicPr>
        <p:blipFill rotWithShape="1">
          <a:blip r:embed="rId11">
            <a:alphaModFix/>
          </a:blip>
          <a:srcRect/>
          <a:stretch/>
        </p:blipFill>
        <p:spPr>
          <a:xfrm>
            <a:off x="5613688" y="3435204"/>
            <a:ext cx="457200" cy="457200"/>
          </a:xfrm>
          <a:prstGeom prst="ellipse">
            <a:avLst/>
          </a:prstGeom>
        </p:spPr>
      </p:pic>
      <p:pic>
        <p:nvPicPr>
          <p:cNvPr id="1050" name="Google Shape;1050;p49"/>
          <p:cNvPicPr preferRelativeResize="0">
            <a:picLocks noGrp="1"/>
          </p:cNvPicPr>
          <p:nvPr>
            <p:ph type="pic" idx="3"/>
          </p:nvPr>
        </p:nvPicPr>
        <p:blipFill rotWithShape="1">
          <a:blip r:embed="rId12">
            <a:alphaModFix/>
          </a:blip>
          <a:srcRect/>
          <a:stretch/>
        </p:blipFill>
        <p:spPr>
          <a:xfrm>
            <a:off x="5613688" y="4289349"/>
            <a:ext cx="457200" cy="457200"/>
          </a:xfrm>
          <a:prstGeom prst="ellipse">
            <a:avLst/>
          </a:prstGeom>
        </p:spPr>
      </p:pic>
      <p:pic>
        <p:nvPicPr>
          <p:cNvPr id="1051" name="Google Shape;1051;p49"/>
          <p:cNvPicPr preferRelativeResize="0">
            <a:picLocks noGrp="1"/>
          </p:cNvPicPr>
          <p:nvPr>
            <p:ph type="pic" idx="15"/>
          </p:nvPr>
        </p:nvPicPr>
        <p:blipFill rotWithShape="1">
          <a:blip r:embed="rId13">
            <a:alphaModFix/>
          </a:blip>
          <a:srcRect/>
          <a:stretch/>
        </p:blipFill>
        <p:spPr>
          <a:xfrm>
            <a:off x="4030913" y="2581004"/>
            <a:ext cx="457200" cy="457200"/>
          </a:xfrm>
          <a:prstGeom prst="ellipse">
            <a:avLst/>
          </a:prstGeom>
        </p:spPr>
      </p:pic>
      <p:pic>
        <p:nvPicPr>
          <p:cNvPr id="1052" name="Google Shape;1052;p49"/>
          <p:cNvPicPr preferRelativeResize="0">
            <a:picLocks noGrp="1"/>
          </p:cNvPicPr>
          <p:nvPr>
            <p:ph type="pic" idx="16"/>
          </p:nvPr>
        </p:nvPicPr>
        <p:blipFill rotWithShape="1">
          <a:blip r:embed="rId14">
            <a:alphaModFix/>
          </a:blip>
          <a:srcRect/>
          <a:stretch/>
        </p:blipFill>
        <p:spPr>
          <a:xfrm>
            <a:off x="4030913" y="3435204"/>
            <a:ext cx="457200" cy="457200"/>
          </a:xfrm>
          <a:prstGeom prst="ellipse">
            <a:avLst/>
          </a:prstGeom>
        </p:spPr>
      </p:pic>
      <p:pic>
        <p:nvPicPr>
          <p:cNvPr id="1053" name="Google Shape;1053;p49"/>
          <p:cNvPicPr preferRelativeResize="0">
            <a:picLocks noGrp="1"/>
          </p:cNvPicPr>
          <p:nvPr>
            <p:ph type="pic" idx="17"/>
          </p:nvPr>
        </p:nvPicPr>
        <p:blipFill rotWithShape="1">
          <a:blip r:embed="rId15">
            <a:alphaModFix/>
          </a:blip>
          <a:srcRect/>
          <a:stretch/>
        </p:blipFill>
        <p:spPr>
          <a:xfrm>
            <a:off x="4030913" y="4289349"/>
            <a:ext cx="457200" cy="457200"/>
          </a:xfrm>
          <a:prstGeom prst="ellipse">
            <a:avLst/>
          </a:prstGeom>
        </p:spPr>
      </p:pic>
      <p:pic>
        <p:nvPicPr>
          <p:cNvPr id="1054" name="Google Shape;1054;p49"/>
          <p:cNvPicPr preferRelativeResize="0">
            <a:picLocks noGrp="1"/>
          </p:cNvPicPr>
          <p:nvPr>
            <p:ph type="pic" idx="18"/>
          </p:nvPr>
        </p:nvPicPr>
        <p:blipFill rotWithShape="1">
          <a:blip r:embed="rId16">
            <a:alphaModFix/>
          </a:blip>
          <a:srcRect/>
          <a:stretch/>
        </p:blipFill>
        <p:spPr>
          <a:xfrm>
            <a:off x="2448138" y="2581004"/>
            <a:ext cx="457200" cy="457200"/>
          </a:xfrm>
          <a:prstGeom prst="ellipse">
            <a:avLst/>
          </a:prstGeom>
        </p:spPr>
      </p:pic>
      <p:pic>
        <p:nvPicPr>
          <p:cNvPr id="1055" name="Google Shape;1055;p49"/>
          <p:cNvPicPr preferRelativeResize="0">
            <a:picLocks noGrp="1"/>
          </p:cNvPicPr>
          <p:nvPr>
            <p:ph type="pic" idx="19"/>
          </p:nvPr>
        </p:nvPicPr>
        <p:blipFill rotWithShape="1">
          <a:blip r:embed="rId17">
            <a:alphaModFix/>
          </a:blip>
          <a:srcRect/>
          <a:stretch/>
        </p:blipFill>
        <p:spPr>
          <a:xfrm>
            <a:off x="2448138" y="3435204"/>
            <a:ext cx="457200" cy="457200"/>
          </a:xfrm>
          <a:prstGeom prst="ellipse">
            <a:avLst/>
          </a:prstGeom>
        </p:spPr>
      </p:pic>
      <p:pic>
        <p:nvPicPr>
          <p:cNvPr id="1056" name="Google Shape;1056;p49"/>
          <p:cNvPicPr preferRelativeResize="0">
            <a:picLocks noGrp="1"/>
          </p:cNvPicPr>
          <p:nvPr>
            <p:ph type="pic" idx="20"/>
          </p:nvPr>
        </p:nvPicPr>
        <p:blipFill rotWithShape="1">
          <a:blip r:embed="rId18">
            <a:alphaModFix/>
          </a:blip>
          <a:srcRect/>
          <a:stretch/>
        </p:blipFill>
        <p:spPr>
          <a:xfrm>
            <a:off x="2448138" y="4289349"/>
            <a:ext cx="457200" cy="457200"/>
          </a:xfrm>
          <a:prstGeom prst="ellipse">
            <a:avLst/>
          </a:prstGeom>
        </p:spPr>
      </p:pic>
      <p:pic>
        <p:nvPicPr>
          <p:cNvPr id="1057" name="Google Shape;1057;p49"/>
          <p:cNvPicPr preferRelativeResize="0">
            <a:picLocks noGrp="1"/>
          </p:cNvPicPr>
          <p:nvPr>
            <p:ph type="pic" idx="21"/>
          </p:nvPr>
        </p:nvPicPr>
        <p:blipFill rotWithShape="1">
          <a:blip r:embed="rId19">
            <a:alphaModFix/>
          </a:blip>
          <a:srcRect/>
          <a:stretch/>
        </p:blipFill>
        <p:spPr>
          <a:xfrm>
            <a:off x="865363" y="2581004"/>
            <a:ext cx="457200" cy="457200"/>
          </a:xfrm>
          <a:prstGeom prst="ellipse">
            <a:avLst/>
          </a:prstGeom>
        </p:spPr>
      </p:pic>
      <p:pic>
        <p:nvPicPr>
          <p:cNvPr id="1058" name="Google Shape;1058;p49"/>
          <p:cNvPicPr preferRelativeResize="0">
            <a:picLocks noGrp="1"/>
          </p:cNvPicPr>
          <p:nvPr>
            <p:ph type="pic" idx="22"/>
          </p:nvPr>
        </p:nvPicPr>
        <p:blipFill rotWithShape="1">
          <a:blip r:embed="rId20">
            <a:alphaModFix/>
          </a:blip>
          <a:srcRect/>
          <a:stretch/>
        </p:blipFill>
        <p:spPr>
          <a:xfrm>
            <a:off x="865363" y="3435204"/>
            <a:ext cx="457200" cy="457200"/>
          </a:xfrm>
          <a:prstGeom prst="ellipse">
            <a:avLst/>
          </a:prstGeom>
        </p:spPr>
      </p:pic>
      <p:pic>
        <p:nvPicPr>
          <p:cNvPr id="1059" name="Google Shape;1059;p49"/>
          <p:cNvPicPr preferRelativeResize="0">
            <a:picLocks noGrp="1"/>
          </p:cNvPicPr>
          <p:nvPr>
            <p:ph type="pic" idx="23"/>
          </p:nvPr>
        </p:nvPicPr>
        <p:blipFill rotWithShape="1">
          <a:blip r:embed="rId21">
            <a:alphaModFix/>
          </a:blip>
          <a:srcRect/>
          <a:stretch/>
        </p:blipFill>
        <p:spPr>
          <a:xfrm>
            <a:off x="865363" y="4289349"/>
            <a:ext cx="457200" cy="45720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50"/>
          <p:cNvSpPr txBox="1">
            <a:spLocks noGrp="1"/>
          </p:cNvSpPr>
          <p:nvPr>
            <p:ph type="subTitle" idx="1"/>
          </p:nvPr>
        </p:nvSpPr>
        <p:spPr>
          <a:xfrm>
            <a:off x="4160525" y="722229"/>
            <a:ext cx="4572000" cy="2604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Bio Information</a:t>
            </a:r>
            <a:endParaRPr/>
          </a:p>
        </p:txBody>
      </p:sp>
      <p:sp>
        <p:nvSpPr>
          <p:cNvPr id="1065" name="Google Shape;1065;p50"/>
          <p:cNvSpPr txBox="1">
            <a:spLocks noGrp="1"/>
          </p:cNvSpPr>
          <p:nvPr>
            <p:ph type="subTitle" idx="2"/>
          </p:nvPr>
        </p:nvSpPr>
        <p:spPr>
          <a:xfrm>
            <a:off x="4160525" y="1213084"/>
            <a:ext cx="45720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Overview</a:t>
            </a:r>
            <a:endParaRPr/>
          </a:p>
        </p:txBody>
      </p:sp>
      <p:sp>
        <p:nvSpPr>
          <p:cNvPr id="1066" name="Google Shape;1066;p50"/>
          <p:cNvSpPr txBox="1">
            <a:spLocks noGrp="1"/>
          </p:cNvSpPr>
          <p:nvPr>
            <p:ph type="subTitle" idx="4"/>
          </p:nvPr>
        </p:nvSpPr>
        <p:spPr>
          <a:xfrm>
            <a:off x="4160525" y="2984434"/>
            <a:ext cx="4572000" cy="183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Value Additions </a:t>
            </a:r>
            <a:endParaRPr/>
          </a:p>
        </p:txBody>
      </p:sp>
      <p:sp>
        <p:nvSpPr>
          <p:cNvPr id="1067" name="Google Shape;1067;p50"/>
          <p:cNvSpPr txBox="1">
            <a:spLocks noGrp="1"/>
          </p:cNvSpPr>
          <p:nvPr>
            <p:ph type="subTitle" idx="6"/>
          </p:nvPr>
        </p:nvSpPr>
        <p:spPr>
          <a:xfrm>
            <a:off x="720750" y="2450042"/>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Title</a:t>
            </a:r>
            <a:endParaRPr/>
          </a:p>
        </p:txBody>
      </p:sp>
      <p:sp>
        <p:nvSpPr>
          <p:cNvPr id="1068" name="Google Shape;1068;p50"/>
          <p:cNvSpPr txBox="1">
            <a:spLocks noGrp="1"/>
          </p:cNvSpPr>
          <p:nvPr>
            <p:ph type="subTitle" idx="7"/>
          </p:nvPr>
        </p:nvSpPr>
        <p:spPr>
          <a:xfrm>
            <a:off x="720750" y="2171700"/>
            <a:ext cx="1554600" cy="183000"/>
          </a:xfrm>
          <a:prstGeom prst="rect">
            <a:avLst/>
          </a:prstGeom>
        </p:spPr>
        <p:txBody>
          <a:bodyPr spcFirstLastPara="1" wrap="square" lIns="0" tIns="0" rIns="0" bIns="0" anchor="t" anchorCtr="0">
            <a:noAutofit/>
          </a:bodyPr>
          <a:lstStyle/>
          <a:p>
            <a:pPr marL="0" lvl="0" indent="0" algn="ctr" rtl="0">
              <a:spcBef>
                <a:spcPts val="0"/>
              </a:spcBef>
              <a:spcAft>
                <a:spcPts val="200"/>
              </a:spcAft>
              <a:buNone/>
            </a:pPr>
            <a:r>
              <a:rPr lang="en"/>
              <a:t>Name</a:t>
            </a:r>
            <a:endParaRPr/>
          </a:p>
        </p:txBody>
      </p:sp>
      <p:pic>
        <p:nvPicPr>
          <p:cNvPr id="1069" name="Google Shape;1069;p50"/>
          <p:cNvPicPr preferRelativeResize="0">
            <a:picLocks noGrp="1"/>
          </p:cNvPicPr>
          <p:nvPr>
            <p:ph type="pic" idx="8"/>
          </p:nvPr>
        </p:nvPicPr>
        <p:blipFill rotWithShape="1">
          <a:blip r:embed="rId3">
            <a:alphaModFix/>
          </a:blip>
          <a:srcRect/>
          <a:stretch/>
        </p:blipFill>
        <p:spPr>
          <a:xfrm>
            <a:off x="890705" y="674850"/>
            <a:ext cx="1188600" cy="1188600"/>
          </a:xfrm>
          <a:prstGeom prst="ellipse">
            <a:avLst/>
          </a:prstGeom>
        </p:spPr>
      </p:pic>
      <p:sp>
        <p:nvSpPr>
          <p:cNvPr id="1070" name="Google Shape;1070;p50"/>
          <p:cNvSpPr txBox="1">
            <a:spLocks noGrp="1"/>
          </p:cNvSpPr>
          <p:nvPr>
            <p:ph type="subTitle" idx="3"/>
          </p:nvPr>
        </p:nvSpPr>
        <p:spPr>
          <a:xfrm>
            <a:off x="4160525" y="1517916"/>
            <a:ext cx="4572000" cy="11121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lt1"/>
              </a:buClr>
              <a:buSzPts val="1100"/>
              <a:buFont typeface="Arial"/>
              <a:buNone/>
            </a:pPr>
            <a:r>
              <a:rPr lang="en"/>
              <a:t>Text Here</a:t>
            </a:r>
            <a:endParaRPr/>
          </a:p>
          <a:p>
            <a:pPr marL="0" lvl="0" indent="0" algn="l" rtl="0">
              <a:spcBef>
                <a:spcPts val="200"/>
              </a:spcBef>
              <a:spcAft>
                <a:spcPts val="0"/>
              </a:spcAft>
              <a:buClr>
                <a:schemeClr val="lt1"/>
              </a:buClr>
              <a:buSzPts val="1100"/>
              <a:buFont typeface="Arial"/>
              <a:buNone/>
            </a:pPr>
            <a:endParaRPr/>
          </a:p>
          <a:p>
            <a:pPr marL="0" lvl="0" indent="0" algn="l" rtl="0">
              <a:spcBef>
                <a:spcPts val="200"/>
              </a:spcBef>
              <a:spcAft>
                <a:spcPts val="200"/>
              </a:spcAft>
              <a:buNone/>
            </a:pPr>
            <a:endParaRPr/>
          </a:p>
        </p:txBody>
      </p:sp>
      <p:sp>
        <p:nvSpPr>
          <p:cNvPr id="1071" name="Google Shape;1071;p50"/>
          <p:cNvSpPr txBox="1">
            <a:spLocks noGrp="1"/>
          </p:cNvSpPr>
          <p:nvPr>
            <p:ph type="subTitle" idx="5"/>
          </p:nvPr>
        </p:nvSpPr>
        <p:spPr>
          <a:xfrm>
            <a:off x="4160525" y="3289266"/>
            <a:ext cx="4572000" cy="11121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lt1"/>
              </a:buClr>
              <a:buSzPts val="1100"/>
              <a:buFont typeface="Arial"/>
              <a:buNone/>
            </a:pPr>
            <a:r>
              <a:rPr lang="en"/>
              <a:t>Text Here</a:t>
            </a:r>
            <a:endParaRPr/>
          </a:p>
          <a:p>
            <a:pPr marL="0" lvl="0" indent="0" algn="l" rtl="0">
              <a:spcBef>
                <a:spcPts val="200"/>
              </a:spcBef>
              <a:spcAft>
                <a:spcPts val="0"/>
              </a:spcAft>
              <a:buClr>
                <a:schemeClr val="lt1"/>
              </a:buClr>
              <a:buSzPts val="1100"/>
              <a:buFont typeface="Arial"/>
              <a:buNone/>
            </a:pPr>
            <a:endParaRPr/>
          </a:p>
          <a:p>
            <a:pPr marL="0" lvl="0" indent="0" algn="l" rtl="0">
              <a:spcBef>
                <a:spcPts val="200"/>
              </a:spcBef>
              <a:spcAft>
                <a:spcPts val="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51"/>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Common Assets</a:t>
            </a:r>
            <a:endParaRPr/>
          </a:p>
        </p:txBody>
      </p:sp>
      <p:grpSp>
        <p:nvGrpSpPr>
          <p:cNvPr id="1077" name="Google Shape;1077;p51"/>
          <p:cNvGrpSpPr/>
          <p:nvPr/>
        </p:nvGrpSpPr>
        <p:grpSpPr>
          <a:xfrm>
            <a:off x="415625" y="981535"/>
            <a:ext cx="1371600" cy="1597901"/>
            <a:chOff x="570625" y="981535"/>
            <a:chExt cx="1371600" cy="1597901"/>
          </a:xfrm>
        </p:grpSpPr>
        <p:pic>
          <p:nvPicPr>
            <p:cNvPr id="1078" name="Google Shape;1078;p51"/>
            <p:cNvPicPr preferRelativeResize="0"/>
            <p:nvPr/>
          </p:nvPicPr>
          <p:blipFill>
            <a:blip r:embed="rId3">
              <a:alphaModFix/>
            </a:blip>
            <a:stretch>
              <a:fillRect/>
            </a:stretch>
          </p:blipFill>
          <p:spPr>
            <a:xfrm>
              <a:off x="844975" y="981535"/>
              <a:ext cx="914400" cy="914400"/>
            </a:xfrm>
            <a:prstGeom prst="rect">
              <a:avLst/>
            </a:prstGeom>
            <a:noFill/>
            <a:ln>
              <a:noFill/>
            </a:ln>
          </p:spPr>
        </p:pic>
        <p:cxnSp>
          <p:nvCxnSpPr>
            <p:cNvPr id="1079" name="Google Shape;1079;p51"/>
            <p:cNvCxnSpPr/>
            <p:nvPr/>
          </p:nvCxnSpPr>
          <p:spPr>
            <a:xfrm>
              <a:off x="788015" y="2362511"/>
              <a:ext cx="936900" cy="0"/>
            </a:xfrm>
            <a:prstGeom prst="straightConnector1">
              <a:avLst/>
            </a:prstGeom>
            <a:noFill/>
            <a:ln w="9525" cap="flat" cmpd="sng">
              <a:solidFill>
                <a:schemeClr val="accent3"/>
              </a:solidFill>
              <a:prstDash val="solid"/>
              <a:miter lim="800000"/>
              <a:headEnd type="none" w="sm" len="sm"/>
              <a:tailEnd type="none" w="sm" len="sm"/>
            </a:ln>
          </p:spPr>
        </p:cxnSp>
        <p:sp>
          <p:nvSpPr>
            <p:cNvPr id="1080" name="Google Shape;1080;p51"/>
            <p:cNvSpPr txBox="1"/>
            <p:nvPr/>
          </p:nvSpPr>
          <p:spPr>
            <a:xfrm>
              <a:off x="570625" y="1941308"/>
              <a:ext cx="1371600" cy="184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200" b="1">
                  <a:solidFill>
                    <a:schemeClr val="accent1"/>
                  </a:solidFill>
                  <a:latin typeface="Calibri"/>
                  <a:ea typeface="Calibri"/>
                  <a:cs typeface="Calibri"/>
                  <a:sym typeface="Calibri"/>
                </a:rPr>
                <a:t>Name</a:t>
              </a:r>
              <a:endParaRPr sz="1200" b="1">
                <a:solidFill>
                  <a:schemeClr val="accent1"/>
                </a:solidFill>
                <a:latin typeface="Calibri"/>
                <a:ea typeface="Calibri"/>
                <a:cs typeface="Calibri"/>
                <a:sym typeface="Calibri"/>
              </a:endParaRPr>
            </a:p>
          </p:txBody>
        </p:sp>
        <p:sp>
          <p:nvSpPr>
            <p:cNvPr id="1081" name="Google Shape;1081;p51"/>
            <p:cNvSpPr txBox="1"/>
            <p:nvPr/>
          </p:nvSpPr>
          <p:spPr>
            <a:xfrm>
              <a:off x="570625" y="2154915"/>
              <a:ext cx="1371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lt1"/>
                  </a:solidFill>
                  <a:latin typeface="Calibri"/>
                  <a:ea typeface="Calibri"/>
                  <a:cs typeface="Calibri"/>
                  <a:sym typeface="Calibri"/>
                </a:rPr>
                <a:t>Title</a:t>
              </a:r>
              <a:endParaRPr sz="1000">
                <a:solidFill>
                  <a:schemeClr val="lt1"/>
                </a:solidFill>
                <a:latin typeface="Calibri"/>
                <a:ea typeface="Calibri"/>
                <a:cs typeface="Calibri"/>
                <a:sym typeface="Calibri"/>
              </a:endParaRPr>
            </a:p>
          </p:txBody>
        </p:sp>
        <p:sp>
          <p:nvSpPr>
            <p:cNvPr id="1082" name="Google Shape;1082;p51"/>
            <p:cNvSpPr txBox="1"/>
            <p:nvPr/>
          </p:nvSpPr>
          <p:spPr>
            <a:xfrm>
              <a:off x="570625" y="2425536"/>
              <a:ext cx="1371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solidFill>
                    <a:schemeClr val="lt1"/>
                  </a:solidFill>
                  <a:latin typeface="Calibri"/>
                  <a:ea typeface="Calibri"/>
                  <a:cs typeface="Calibri"/>
                  <a:sym typeface="Calibri"/>
                </a:rPr>
                <a:t>Description</a:t>
              </a:r>
              <a:endParaRPr sz="1000">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52"/>
          <p:cNvSpPr txBox="1">
            <a:spLocks noGrp="1"/>
          </p:cNvSpPr>
          <p:nvPr>
            <p:ph type="subTitle" idx="1"/>
          </p:nvPr>
        </p:nvSpPr>
        <p:spPr>
          <a:xfrm>
            <a:off x="5760879" y="2864425"/>
            <a:ext cx="2349600" cy="2604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a:t>- Author</a:t>
            </a:r>
            <a:endParaRPr/>
          </a:p>
          <a:p>
            <a:pPr marL="0" lvl="0" indent="0" algn="ctr" rtl="0">
              <a:spcBef>
                <a:spcPts val="200"/>
              </a:spcBef>
              <a:spcAft>
                <a:spcPts val="200"/>
              </a:spcAft>
              <a:buNone/>
            </a:pPr>
            <a:endParaRPr/>
          </a:p>
        </p:txBody>
      </p:sp>
      <p:sp>
        <p:nvSpPr>
          <p:cNvPr id="1088" name="Google Shape;1088;p52"/>
          <p:cNvSpPr txBox="1">
            <a:spLocks noGrp="1"/>
          </p:cNvSpPr>
          <p:nvPr>
            <p:ph type="subTitle" idx="2"/>
          </p:nvPr>
        </p:nvSpPr>
        <p:spPr>
          <a:xfrm>
            <a:off x="3199700" y="1286450"/>
            <a:ext cx="5029200" cy="11121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54"/>
          <p:cNvSpPr txBox="1">
            <a:spLocks noGrp="1"/>
          </p:cNvSpPr>
          <p:nvPr>
            <p:ph type="subTitle" idx="1"/>
          </p:nvPr>
        </p:nvSpPr>
        <p:spPr>
          <a:xfrm>
            <a:off x="3396050" y="2125925"/>
            <a:ext cx="4648200" cy="2310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Do you have any questions?</a:t>
            </a:r>
            <a:endParaRPr/>
          </a:p>
        </p:txBody>
      </p:sp>
      <p:sp>
        <p:nvSpPr>
          <p:cNvPr id="1098" name="Google Shape;1098;p54"/>
          <p:cNvSpPr txBox="1">
            <a:spLocks noGrp="1"/>
          </p:cNvSpPr>
          <p:nvPr>
            <p:ph type="subTitle" idx="2"/>
          </p:nvPr>
        </p:nvSpPr>
        <p:spPr>
          <a:xfrm>
            <a:off x="3396050" y="2452499"/>
            <a:ext cx="4648200" cy="190200"/>
          </a:xfrm>
          <a:prstGeom prst="rect">
            <a:avLst/>
          </a:prstGeom>
        </p:spPr>
        <p:txBody>
          <a:bodyPr spcFirstLastPara="1" wrap="square" lIns="0" tIns="0" rIns="0" bIns="0" anchor="t" anchorCtr="0">
            <a:noAutofit/>
          </a:bodyPr>
          <a:lstStyle/>
          <a:p>
            <a:pPr marL="0" lvl="0" indent="0" algn="l" rtl="0">
              <a:spcBef>
                <a:spcPts val="0"/>
              </a:spcBef>
              <a:spcAft>
                <a:spcPts val="200"/>
              </a:spcAft>
              <a:buNone/>
            </a:pPr>
            <a:r>
              <a:rPr lang="en"/>
              <a:t>Name</a:t>
            </a:r>
            <a:endParaRPr/>
          </a:p>
        </p:txBody>
      </p:sp>
      <p:sp>
        <p:nvSpPr>
          <p:cNvPr id="1099" name="Google Shape;1099;p54"/>
          <p:cNvSpPr txBox="1">
            <a:spLocks noGrp="1"/>
          </p:cNvSpPr>
          <p:nvPr>
            <p:ph type="subTitle" idx="3"/>
          </p:nvPr>
        </p:nvSpPr>
        <p:spPr>
          <a:xfrm>
            <a:off x="3396050" y="2671599"/>
            <a:ext cx="4648200" cy="333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addyouremail@tigeranalytics.com</a:t>
            </a:r>
            <a:endParaRPr/>
          </a:p>
          <a:p>
            <a:pPr marL="0" lvl="0" indent="0" algn="l" rtl="0">
              <a:spcBef>
                <a:spcPts val="200"/>
              </a:spcBef>
              <a:spcAft>
                <a:spcPts val="200"/>
              </a:spcAft>
              <a:buNone/>
            </a:pPr>
            <a:r>
              <a:rPr lang="en"/>
              <a:t>Add you phone number</a:t>
            </a:r>
            <a:endParaRPr/>
          </a:p>
        </p:txBody>
      </p:sp>
      <p:sp>
        <p:nvSpPr>
          <p:cNvPr id="1100" name="Google Shape;1100;p54"/>
          <p:cNvSpPr txBox="1">
            <a:spLocks noGrp="1"/>
          </p:cNvSpPr>
          <p:nvPr>
            <p:ph type="title"/>
          </p:nvPr>
        </p:nvSpPr>
        <p:spPr>
          <a:xfrm>
            <a:off x="3396050" y="1066800"/>
            <a:ext cx="4648200" cy="111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Tiger Template">
  <a:themeElements>
    <a:clrScheme name="Tiger">
      <a:dk1>
        <a:srgbClr val="FFFFFF"/>
      </a:dk1>
      <a:lt1>
        <a:srgbClr val="000000"/>
      </a:lt1>
      <a:dk2>
        <a:srgbClr val="EBEBEB"/>
      </a:dk2>
      <a:lt2>
        <a:srgbClr val="4F4F4F"/>
      </a:lt2>
      <a:accent1>
        <a:srgbClr val="F7901D"/>
      </a:accent1>
      <a:accent2>
        <a:srgbClr val="4F4F4F"/>
      </a:accent2>
      <a:accent3>
        <a:srgbClr val="AEAEAF"/>
      </a:accent3>
      <a:accent4>
        <a:srgbClr val="05C97F"/>
      </a:accent4>
      <a:accent5>
        <a:srgbClr val="FFBE02"/>
      </a:accent5>
      <a:accent6>
        <a:srgbClr val="00B1E8"/>
      </a:accent6>
      <a:hlink>
        <a:srgbClr val="18749C"/>
      </a:hlink>
      <a:folHlink>
        <a:srgbClr val="1933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Words>
  <Application>Microsoft Office PowerPoint</Application>
  <PresentationFormat>On-screen Show (16:9)</PresentationFormat>
  <Paragraphs>185</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Poppins</vt:lpstr>
      <vt:lpstr>Calibri</vt:lpstr>
      <vt:lpstr>Trebuchet MS</vt:lpstr>
      <vt:lpstr>Poppins Medium</vt:lpstr>
      <vt:lpstr>Tiger Template</vt:lpstr>
      <vt:lpstr>PowerPoint Presentation</vt:lpstr>
      <vt:lpstr>PowerPoint Presentation</vt:lpstr>
      <vt:lpstr>Team Intro Layout with 5 Headshots</vt:lpstr>
      <vt:lpstr>Team Intro Layout with 10 Headshots</vt:lpstr>
      <vt:lpstr>Team Intro Layout with 25 Headshots</vt:lpstr>
      <vt:lpstr>Organization Chart Layout with 10 Headshots</vt:lpstr>
      <vt:lpstr>Organization Chart Layout with 19 Headshots</vt:lpstr>
      <vt:lpstr>PowerPoint Presentation</vt:lpstr>
      <vt:lpstr>Common Assets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Himanshu Singh01</dc:creator>
  <cp:lastModifiedBy>HIMANSHU SINGH01</cp:lastModifiedBy>
  <cp:revision>2</cp:revision>
  <dcterms:modified xsi:type="dcterms:W3CDTF">2025-07-03T12:17:30Z</dcterms:modified>
</cp:coreProperties>
</file>